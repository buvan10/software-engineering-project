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2" r:id="rId7"/>
    <p:sldId id="352" r:id="rId8"/>
    <p:sldId id="263" r:id="rId9"/>
    <p:sldId id="264" r:id="rId10"/>
    <p:sldId id="265" r:id="rId11"/>
    <p:sldId id="355" r:id="rId12"/>
    <p:sldId id="353" r:id="rId13"/>
    <p:sldId id="267" r:id="rId14"/>
    <p:sldId id="268" r:id="rId15"/>
    <p:sldId id="363" r:id="rId16"/>
    <p:sldId id="364" r:id="rId17"/>
    <p:sldId id="365" r:id="rId18"/>
    <p:sldId id="366" r:id="rId19"/>
    <p:sldId id="367" r:id="rId20"/>
    <p:sldId id="368" r:id="rId21"/>
    <p:sldId id="360" r:id="rId22"/>
    <p:sldId id="362" r:id="rId23"/>
    <p:sldId id="330" r:id="rId24"/>
    <p:sldId id="356" r:id="rId25"/>
    <p:sldId id="357" r:id="rId26"/>
    <p:sldId id="358" r:id="rId27"/>
    <p:sldId id="359" r:id="rId28"/>
    <p:sldId id="361" r:id="rId29"/>
    <p:sldId id="273" r:id="rId30"/>
    <p:sldId id="298" r:id="rId31"/>
    <p:sldId id="306" r:id="rId32"/>
    <p:sldId id="308" r:id="rId33"/>
    <p:sldId id="316" r:id="rId34"/>
    <p:sldId id="317" r:id="rId35"/>
    <p:sldId id="354" r:id="rId36"/>
    <p:sldId id="348" r:id="rId37"/>
    <p:sldId id="271" r:id="rId38"/>
    <p:sldId id="272" r:id="rId39"/>
  </p:sldIdLst>
  <p:sldSz cx="12192000" cy="6858000"/>
  <p:notesSz cx="6858000" cy="9144000"/>
  <p:embeddedFontLst>
    <p:embeddedFont>
      <p:font typeface="Arial Black" panose="020B0A04020102020204" pitchFamily="34" charset="0"/>
      <p:bold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574" userDrawn="1">
          <p15:clr>
            <a:srgbClr val="A4A3A4"/>
          </p15:clr>
        </p15:guide>
        <p15:guide id="2"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857C73-906B-4A22-9E47-D3EEB6A62BA1}" styleName="Table_0">
    <a:wholeTbl>
      <a:tcTxStyle>
        <a:font>
          <a:latin typeface="Verdana"/>
          <a:ea typeface="Verdana"/>
          <a:cs typeface="Verdana"/>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Style>
        <a:tcBdr/>
        <a:fill>
          <a:solidFill>
            <a:srgbClr val="E6E6E6"/>
          </a:solidFill>
        </a:fill>
      </a:tcStyle>
    </a:band1H>
    <a:band2H>
      <a:tcStyle>
        <a:tcBdr/>
      </a:tcStyle>
    </a:band2H>
    <a:band1V>
      <a:tcStyle>
        <a:tcBdr/>
        <a:fill>
          <a:solidFill>
            <a:srgbClr val="E6E6E6"/>
          </a:solidFill>
        </a:fill>
      </a:tcStyle>
    </a:band1V>
    <a:band2V>
      <a:tcStyle>
        <a:tcBdr/>
      </a:tcStyle>
    </a:band2V>
    <a:lastCol>
      <a:tcTxStyle b="on">
        <a:font>
          <a:latin typeface="Verdana"/>
          <a:ea typeface="Verdana"/>
          <a:cs typeface="Verdana"/>
        </a:font>
        <a:schemeClr val="lt1"/>
      </a:tcTxStyle>
      <a:tcStyle>
        <a:tcBdr/>
        <a:fill>
          <a:solidFill>
            <a:schemeClr val="accent4"/>
          </a:solidFill>
        </a:fill>
      </a:tcStyle>
    </a:lastCol>
    <a:firstCol>
      <a:tcTxStyle b="on">
        <a:font>
          <a:latin typeface="Verdana"/>
          <a:ea typeface="Verdana"/>
          <a:cs typeface="Verdana"/>
        </a:font>
        <a:schemeClr val="lt1"/>
      </a:tcTxStyle>
      <a:tcStyle>
        <a:tcBdr/>
        <a:fill>
          <a:solidFill>
            <a:schemeClr val="accent4"/>
          </a:solidFill>
        </a:fill>
      </a:tcStyle>
    </a:firstCol>
    <a:lastRow>
      <a:tcTxStyle b="on"/>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a:font>
          <a:latin typeface="Verdana"/>
          <a:ea typeface="Verdana"/>
          <a:cs typeface="Verdana"/>
        </a:font>
        <a:schemeClr val="dk1"/>
      </a:tcTxStyle>
      <a:tcStyle>
        <a:tcBdr/>
      </a:tcStyle>
    </a:seCell>
    <a:swCell>
      <a:tcTxStyle b="on">
        <a:font>
          <a:latin typeface="Verdana"/>
          <a:ea typeface="Verdana"/>
          <a:cs typeface="Verdana"/>
        </a:font>
        <a:schemeClr val="dk1"/>
      </a:tcTxStyle>
      <a:tcStyle>
        <a:tcBdr/>
      </a:tcStyle>
    </a:swCell>
    <a:firstRow>
      <a:tcTxStyle b="on">
        <a:font>
          <a:latin typeface="Verdana"/>
          <a:ea typeface="Verdana"/>
          <a:cs typeface="Verdana"/>
        </a:font>
        <a:schemeClr val="lt1"/>
      </a:tcTxStyle>
      <a:tcStyle>
        <a:tcBdr>
          <a:bottom>
            <a:ln w="25400" cap="flat" cmpd="sng">
              <a:solidFill>
                <a:schemeClr val="dk1"/>
              </a:solidFill>
              <a:prstDash val="solid"/>
              <a:round/>
              <a:headEnd type="none" w="sm" len="sm"/>
              <a:tailEnd type="none" w="sm" len="sm"/>
            </a:ln>
          </a:bottom>
        </a:tcBdr>
        <a:fill>
          <a:solidFill>
            <a:schemeClr val="accent4"/>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10" d="100"/>
          <a:sy n="110" d="100"/>
        </p:scale>
        <p:origin x="594" y="114"/>
      </p:cViewPr>
      <p:guideLst>
        <p:guide orient="horz" pos="574"/>
        <p:guide pos="388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f5c24c2964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g2f5c24c2964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B0B374FF-26F8-3740-4EC1-B0F794537E64}"/>
            </a:ext>
          </a:extLst>
        </p:cNvPr>
        <p:cNvGrpSpPr/>
        <p:nvPr/>
      </p:nvGrpSpPr>
      <p:grpSpPr>
        <a:xfrm>
          <a:off x="0" y="0"/>
          <a:ext cx="0" cy="0"/>
          <a:chOff x="0" y="0"/>
          <a:chExt cx="0" cy="0"/>
        </a:xfrm>
      </p:grpSpPr>
      <p:sp>
        <p:nvSpPr>
          <p:cNvPr id="142" name="Google Shape;142;g2f5c24c2964_0_9:notes">
            <a:extLst>
              <a:ext uri="{FF2B5EF4-FFF2-40B4-BE49-F238E27FC236}">
                <a16:creationId xmlns:a16="http://schemas.microsoft.com/office/drawing/2014/main" id="{42A96220-368E-8EEB-4D0C-27E1FBB734C4}"/>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g2f5c24c2964_0_9:notes">
            <a:extLst>
              <a:ext uri="{FF2B5EF4-FFF2-40B4-BE49-F238E27FC236}">
                <a16:creationId xmlns:a16="http://schemas.microsoft.com/office/drawing/2014/main" id="{A741D3F4-CE00-BE5C-D0EA-312DB16C1F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4994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F7A8346E-4CDB-93D1-56C3-4F4318792406}"/>
            </a:ext>
          </a:extLst>
        </p:cNvPr>
        <p:cNvGrpSpPr/>
        <p:nvPr/>
      </p:nvGrpSpPr>
      <p:grpSpPr>
        <a:xfrm>
          <a:off x="0" y="0"/>
          <a:ext cx="0" cy="0"/>
          <a:chOff x="0" y="0"/>
          <a:chExt cx="0" cy="0"/>
        </a:xfrm>
      </p:grpSpPr>
      <p:sp>
        <p:nvSpPr>
          <p:cNvPr id="167" name="Google Shape;167;p9:notes">
            <a:extLst>
              <a:ext uri="{FF2B5EF4-FFF2-40B4-BE49-F238E27FC236}">
                <a16:creationId xmlns:a16="http://schemas.microsoft.com/office/drawing/2014/main" id="{518DF057-5FDC-1B35-74B6-A984783E815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9:notes">
            <a:extLst>
              <a:ext uri="{FF2B5EF4-FFF2-40B4-BE49-F238E27FC236}">
                <a16:creationId xmlns:a16="http://schemas.microsoft.com/office/drawing/2014/main" id="{8D1BF522-3C21-C9C7-A053-0E15917F813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4186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02498875-D791-622D-33C6-2733D35A95BD}"/>
            </a:ext>
          </a:extLst>
        </p:cNvPr>
        <p:cNvGrpSpPr/>
        <p:nvPr/>
      </p:nvGrpSpPr>
      <p:grpSpPr>
        <a:xfrm>
          <a:off x="0" y="0"/>
          <a:ext cx="0" cy="0"/>
          <a:chOff x="0" y="0"/>
          <a:chExt cx="0" cy="0"/>
        </a:xfrm>
      </p:grpSpPr>
      <p:sp>
        <p:nvSpPr>
          <p:cNvPr id="185" name="Google Shape;185;p10:notes">
            <a:extLst>
              <a:ext uri="{FF2B5EF4-FFF2-40B4-BE49-F238E27FC236}">
                <a16:creationId xmlns:a16="http://schemas.microsoft.com/office/drawing/2014/main" id="{9824D22D-91F3-306E-941D-239BBB47C05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0:notes">
            <a:extLst>
              <a:ext uri="{FF2B5EF4-FFF2-40B4-BE49-F238E27FC236}">
                <a16:creationId xmlns:a16="http://schemas.microsoft.com/office/drawing/2014/main" id="{63C0B676-A201-BBAB-8C97-FD292AA58F3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9830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15"/>
          <p:cNvSpPr/>
          <p:nvPr/>
        </p:nvSpPr>
        <p:spPr>
          <a:xfrm>
            <a:off x="914400" y="2393950"/>
            <a:ext cx="10363200" cy="109538"/>
          </a:xfrm>
          <a:custGeom>
            <a:avLst/>
            <a:gdLst/>
            <a:ahLst/>
            <a:cxnLst/>
            <a:rect l="l" t="t" r="r" b="b"/>
            <a:pathLst>
              <a:path w="1000" h="1000" extrusionOk="0">
                <a:moveTo>
                  <a:pt x="0" y="0"/>
                </a:moveTo>
                <a:lnTo>
                  <a:pt x="618" y="0"/>
                </a:lnTo>
                <a:lnTo>
                  <a:pt x="618" y="1000"/>
                </a:lnTo>
                <a:lnTo>
                  <a:pt x="0" y="1000"/>
                </a:lnTo>
                <a:lnTo>
                  <a:pt x="0" y="0"/>
                </a:lnTo>
                <a:close/>
              </a:path>
              <a:path w="1000" h="1000" extrusionOk="0">
                <a:moveTo>
                  <a:pt x="0" y="0"/>
                </a:moveTo>
                <a:lnTo>
                  <a:pt x="1000" y="0"/>
                </a:lnTo>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dana" panose="020B0604030504040204"/>
              <a:ea typeface="Verdana" panose="020B0604030504040204"/>
              <a:cs typeface="Verdana" panose="020B0604030504040204"/>
              <a:sym typeface="Verdana" panose="020B0604030504040204"/>
            </a:endParaRPr>
          </a:p>
        </p:txBody>
      </p:sp>
      <p:sp>
        <p:nvSpPr>
          <p:cNvPr id="19" name="Google Shape;19;p15"/>
          <p:cNvSpPr txBox="1">
            <a:spLocks noGrp="1"/>
          </p:cNvSpPr>
          <p:nvPr>
            <p:ph type="ctrTitle"/>
          </p:nvPr>
        </p:nvSpPr>
        <p:spPr>
          <a:xfrm>
            <a:off x="914400" y="990600"/>
            <a:ext cx="10363200" cy="13716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subTitle" idx="1"/>
          </p:nvPr>
        </p:nvSpPr>
        <p:spPr>
          <a:xfrm>
            <a:off x="1930400" y="3429000"/>
            <a:ext cx="9347200" cy="1600200"/>
          </a:xfrm>
          <a:prstGeom prst="rect">
            <a:avLst/>
          </a:prstGeom>
          <a:noFill/>
          <a:ln>
            <a:noFill/>
          </a:ln>
        </p:spPr>
        <p:txBody>
          <a:bodyPr spcFirstLastPara="1" wrap="square" lIns="91425" tIns="45700" rIns="91425" bIns="45700" anchor="t" anchorCtr="0">
            <a:noAutofit/>
          </a:bodyPr>
          <a:lstStyle>
            <a:lvl1pPr lvl="0" algn="l">
              <a:spcBef>
                <a:spcPts val="560"/>
              </a:spcBef>
              <a:spcAft>
                <a:spcPts val="0"/>
              </a:spcAft>
              <a:buSzPts val="2800"/>
              <a:buFont typeface="Noto Sans Symbols"/>
              <a:buNone/>
              <a:defRPr sz="2800"/>
            </a:lvl1pPr>
            <a:lvl2pPr lvl="1" algn="l">
              <a:spcBef>
                <a:spcPts val="360"/>
              </a:spcBef>
              <a:spcAft>
                <a:spcPts val="0"/>
              </a:spcAft>
              <a:buSzPts val="1800"/>
              <a:buChar char="■"/>
              <a:defRPr/>
            </a:lvl2pPr>
            <a:lvl3pPr lvl="2" algn="l">
              <a:spcBef>
                <a:spcPts val="360"/>
              </a:spcBef>
              <a:spcAft>
                <a:spcPts val="0"/>
              </a:spcAft>
              <a:buSzPts val="1800"/>
              <a:buChar char="□"/>
              <a:defRPr/>
            </a:lvl3pPr>
            <a:lvl4pPr lvl="3" algn="l">
              <a:spcBef>
                <a:spcPts val="360"/>
              </a:spcBef>
              <a:spcAft>
                <a:spcPts val="0"/>
              </a:spcAft>
              <a:buSzPts val="1800"/>
              <a:buChar char="■"/>
              <a:defRPr/>
            </a:lvl4pPr>
            <a:lvl5pPr lvl="4" algn="l">
              <a:spcBef>
                <a:spcPts val="450"/>
              </a:spcBef>
              <a:spcAft>
                <a:spcPts val="0"/>
              </a:spcAft>
              <a:buSzPts val="1800"/>
              <a:buChar char="▪"/>
              <a:defRPr/>
            </a:lvl5pPr>
            <a:lvl6pPr lvl="5" algn="l">
              <a:spcBef>
                <a:spcPts val="450"/>
              </a:spcBef>
              <a:spcAft>
                <a:spcPts val="0"/>
              </a:spcAft>
              <a:buSzPts val="1800"/>
              <a:buChar char="▪"/>
              <a:defRPr/>
            </a:lvl6pPr>
            <a:lvl7pPr lvl="6" algn="l">
              <a:spcBef>
                <a:spcPts val="450"/>
              </a:spcBef>
              <a:spcAft>
                <a:spcPts val="0"/>
              </a:spcAft>
              <a:buSzPts val="1800"/>
              <a:buChar char="▪"/>
              <a:defRPr/>
            </a:lvl7pPr>
            <a:lvl8pPr lvl="7" algn="l">
              <a:spcBef>
                <a:spcPts val="450"/>
              </a:spcBef>
              <a:spcAft>
                <a:spcPts val="0"/>
              </a:spcAft>
              <a:buSzPts val="1800"/>
              <a:buChar char="▪"/>
              <a:defRPr/>
            </a:lvl8pPr>
            <a:lvl9pPr lvl="8" algn="l">
              <a:spcBef>
                <a:spcPts val="450"/>
              </a:spcBef>
              <a:spcAft>
                <a:spcPts val="0"/>
              </a:spcAft>
              <a:buSzPts val="1800"/>
              <a:buChar char="▪"/>
              <a:defRPr/>
            </a:lvl9pPr>
          </a:lstStyle>
          <a:p>
            <a:endParaRPr/>
          </a:p>
        </p:txBody>
      </p:sp>
      <p:sp>
        <p:nvSpPr>
          <p:cNvPr id="21" name="Google Shape;21;p15"/>
          <p:cNvSpPr txBox="1">
            <a:spLocks noGrp="1"/>
          </p:cNvSpPr>
          <p:nvPr>
            <p:ph type="dt" idx="10"/>
          </p:nvPr>
        </p:nvSpPr>
        <p:spPr>
          <a:xfrm>
            <a:off x="914400" y="6248400"/>
            <a:ext cx="2540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5"/>
          <p:cNvSpPr txBox="1">
            <a:spLocks noGrp="1"/>
          </p:cNvSpPr>
          <p:nvPr>
            <p:ph type="ftr" idx="11"/>
          </p:nvPr>
        </p:nvSpPr>
        <p:spPr>
          <a:xfrm>
            <a:off x="4165600" y="6248400"/>
            <a:ext cx="38608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5"/>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16"/>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0"/>
              </a:spcAft>
              <a:buSzPts val="1800"/>
              <a:buChar char="▪"/>
              <a:defRPr/>
            </a:lvl9pPr>
          </a:lstStyle>
          <a:p>
            <a:endParaRPr/>
          </a:p>
        </p:txBody>
      </p:sp>
      <p:sp>
        <p:nvSpPr>
          <p:cNvPr id="27" name="Google Shape;27;p16"/>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6"/>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17"/>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7"/>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18"/>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2000"/>
              <a:buNone/>
              <a:defRPr sz="2000"/>
            </a:lvl1pPr>
            <a:lvl2pPr marL="914400" lvl="1" indent="-228600" algn="l">
              <a:spcBef>
                <a:spcPts val="360"/>
              </a:spcBef>
              <a:spcAft>
                <a:spcPts val="0"/>
              </a:spcAft>
              <a:buSzPts val="1800"/>
              <a:buNone/>
              <a:defRPr sz="1800"/>
            </a:lvl2pPr>
            <a:lvl3pPr marL="1371600" lvl="2" indent="-228600" algn="l">
              <a:spcBef>
                <a:spcPts val="320"/>
              </a:spcBef>
              <a:spcAft>
                <a:spcPts val="0"/>
              </a:spcAft>
              <a:buSzPts val="1600"/>
              <a:buNone/>
              <a:defRPr sz="1600"/>
            </a:lvl3pPr>
            <a:lvl4pPr marL="1828800" lvl="3" indent="-228600" algn="l">
              <a:spcBef>
                <a:spcPts val="280"/>
              </a:spcBef>
              <a:spcAft>
                <a:spcPts val="0"/>
              </a:spcAft>
              <a:buSzPts val="1400"/>
              <a:buNone/>
              <a:defRPr sz="1400"/>
            </a:lvl4pPr>
            <a:lvl5pPr marL="2286000" lvl="4" indent="-228600" algn="l">
              <a:spcBef>
                <a:spcPts val="350"/>
              </a:spcBef>
              <a:spcAft>
                <a:spcPts val="0"/>
              </a:spcAft>
              <a:buSzPts val="1400"/>
              <a:buNone/>
              <a:defRPr sz="1400"/>
            </a:lvl5pPr>
            <a:lvl6pPr marL="2743200" lvl="5" indent="-228600" algn="l">
              <a:spcBef>
                <a:spcPts val="350"/>
              </a:spcBef>
              <a:spcAft>
                <a:spcPts val="0"/>
              </a:spcAft>
              <a:buSzPts val="1400"/>
              <a:buNone/>
              <a:defRPr sz="1400"/>
            </a:lvl6pPr>
            <a:lvl7pPr marL="3200400" lvl="6" indent="-228600" algn="l">
              <a:spcBef>
                <a:spcPts val="350"/>
              </a:spcBef>
              <a:spcAft>
                <a:spcPts val="0"/>
              </a:spcAft>
              <a:buSzPts val="1400"/>
              <a:buNone/>
              <a:defRPr sz="1400"/>
            </a:lvl7pPr>
            <a:lvl8pPr marL="3657600" lvl="7" indent="-228600" algn="l">
              <a:spcBef>
                <a:spcPts val="350"/>
              </a:spcBef>
              <a:spcAft>
                <a:spcPts val="0"/>
              </a:spcAft>
              <a:buSzPts val="1400"/>
              <a:buNone/>
              <a:defRPr sz="1400"/>
            </a:lvl8pPr>
            <a:lvl9pPr marL="4114800" lvl="8" indent="-228600" algn="l">
              <a:spcBef>
                <a:spcPts val="350"/>
              </a:spcBef>
              <a:spcAft>
                <a:spcPts val="0"/>
              </a:spcAft>
              <a:buSzPts val="1400"/>
              <a:buNone/>
              <a:defRPr sz="1400"/>
            </a:lvl9pPr>
          </a:lstStyle>
          <a:p>
            <a:endParaRPr/>
          </a:p>
        </p:txBody>
      </p:sp>
      <p:sp>
        <p:nvSpPr>
          <p:cNvPr id="38" name="Google Shape;38;p18"/>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755651" y="1752600"/>
            <a:ext cx="5232400" cy="42672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450"/>
              </a:spcBef>
              <a:spcAft>
                <a:spcPts val="0"/>
              </a:spcAft>
              <a:buSzPts val="1800"/>
              <a:buChar char="▪"/>
              <a:defRPr sz="1800"/>
            </a:lvl5pPr>
            <a:lvl6pPr marL="2743200" lvl="5" indent="-342900" algn="l">
              <a:spcBef>
                <a:spcPts val="450"/>
              </a:spcBef>
              <a:spcAft>
                <a:spcPts val="0"/>
              </a:spcAft>
              <a:buSzPts val="1800"/>
              <a:buChar char="▪"/>
              <a:defRPr sz="1800"/>
            </a:lvl6pPr>
            <a:lvl7pPr marL="3200400" lvl="6" indent="-342900" algn="l">
              <a:spcBef>
                <a:spcPts val="450"/>
              </a:spcBef>
              <a:spcAft>
                <a:spcPts val="0"/>
              </a:spcAft>
              <a:buSzPts val="1800"/>
              <a:buChar char="▪"/>
              <a:defRPr sz="1800"/>
            </a:lvl7pPr>
            <a:lvl8pPr marL="3657600" lvl="7" indent="-342900" algn="l">
              <a:spcBef>
                <a:spcPts val="450"/>
              </a:spcBef>
              <a:spcAft>
                <a:spcPts val="0"/>
              </a:spcAft>
              <a:buSzPts val="1800"/>
              <a:buChar char="▪"/>
              <a:defRPr sz="1800"/>
            </a:lvl8pPr>
            <a:lvl9pPr marL="4114800" lvl="8" indent="-342900" algn="l">
              <a:spcBef>
                <a:spcPts val="450"/>
              </a:spcBef>
              <a:spcAft>
                <a:spcPts val="0"/>
              </a:spcAft>
              <a:buSzPts val="1800"/>
              <a:buChar char="▪"/>
              <a:defRPr sz="1800"/>
            </a:lvl9pPr>
          </a:lstStyle>
          <a:p>
            <a:endParaRPr/>
          </a:p>
        </p:txBody>
      </p:sp>
      <p:sp>
        <p:nvSpPr>
          <p:cNvPr id="44" name="Google Shape;44;p19"/>
          <p:cNvSpPr txBox="1">
            <a:spLocks noGrp="1"/>
          </p:cNvSpPr>
          <p:nvPr>
            <p:ph type="body" idx="2"/>
          </p:nvPr>
        </p:nvSpPr>
        <p:spPr>
          <a:xfrm>
            <a:off x="6191251" y="1752600"/>
            <a:ext cx="5232400" cy="42672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450"/>
              </a:spcBef>
              <a:spcAft>
                <a:spcPts val="0"/>
              </a:spcAft>
              <a:buSzPts val="1800"/>
              <a:buChar char="▪"/>
              <a:defRPr sz="1800"/>
            </a:lvl5pPr>
            <a:lvl6pPr marL="2743200" lvl="5" indent="-342900" algn="l">
              <a:spcBef>
                <a:spcPts val="450"/>
              </a:spcBef>
              <a:spcAft>
                <a:spcPts val="0"/>
              </a:spcAft>
              <a:buSzPts val="1800"/>
              <a:buChar char="▪"/>
              <a:defRPr sz="1800"/>
            </a:lvl6pPr>
            <a:lvl7pPr marL="3200400" lvl="6" indent="-342900" algn="l">
              <a:spcBef>
                <a:spcPts val="450"/>
              </a:spcBef>
              <a:spcAft>
                <a:spcPts val="0"/>
              </a:spcAft>
              <a:buSzPts val="1800"/>
              <a:buChar char="▪"/>
              <a:defRPr sz="1800"/>
            </a:lvl7pPr>
            <a:lvl8pPr marL="3657600" lvl="7" indent="-342900" algn="l">
              <a:spcBef>
                <a:spcPts val="450"/>
              </a:spcBef>
              <a:spcAft>
                <a:spcPts val="0"/>
              </a:spcAft>
              <a:buSzPts val="1800"/>
              <a:buChar char="▪"/>
              <a:defRPr sz="1800"/>
            </a:lvl8pPr>
            <a:lvl9pPr marL="4114800" lvl="8" indent="-342900" algn="l">
              <a:spcBef>
                <a:spcPts val="450"/>
              </a:spcBef>
              <a:spcAft>
                <a:spcPts val="0"/>
              </a:spcAft>
              <a:buSzPts val="1800"/>
              <a:buChar char="▪"/>
              <a:defRPr sz="1800"/>
            </a:lvl9pPr>
          </a:lstStyle>
          <a:p>
            <a:endParaRPr/>
          </a:p>
        </p:txBody>
      </p:sp>
      <p:sp>
        <p:nvSpPr>
          <p:cNvPr id="45" name="Google Shape;45;p19"/>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9"/>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9"/>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2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0"/>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400"/>
              </a:spcBef>
              <a:spcAft>
                <a:spcPts val="0"/>
              </a:spcAft>
              <a:buSzPts val="1600"/>
              <a:buNone/>
              <a:defRPr sz="1600" b="1"/>
            </a:lvl5pPr>
            <a:lvl6pPr marL="2743200" lvl="5" indent="-228600" algn="l">
              <a:spcBef>
                <a:spcPts val="400"/>
              </a:spcBef>
              <a:spcAft>
                <a:spcPts val="0"/>
              </a:spcAft>
              <a:buSzPts val="1600"/>
              <a:buNone/>
              <a:defRPr sz="1600" b="1"/>
            </a:lvl6pPr>
            <a:lvl7pPr marL="3200400" lvl="6" indent="-228600" algn="l">
              <a:spcBef>
                <a:spcPts val="400"/>
              </a:spcBef>
              <a:spcAft>
                <a:spcPts val="0"/>
              </a:spcAft>
              <a:buSzPts val="1600"/>
              <a:buNone/>
              <a:defRPr sz="1600" b="1"/>
            </a:lvl7pPr>
            <a:lvl8pPr marL="3657600" lvl="7" indent="-228600" algn="l">
              <a:spcBef>
                <a:spcPts val="400"/>
              </a:spcBef>
              <a:spcAft>
                <a:spcPts val="0"/>
              </a:spcAft>
              <a:buSzPts val="1600"/>
              <a:buNone/>
              <a:defRPr sz="1600" b="1"/>
            </a:lvl8pPr>
            <a:lvl9pPr marL="4114800" lvl="8" indent="-228600" algn="l">
              <a:spcBef>
                <a:spcPts val="400"/>
              </a:spcBef>
              <a:spcAft>
                <a:spcPts val="0"/>
              </a:spcAft>
              <a:buSzPts val="1600"/>
              <a:buNone/>
              <a:defRPr sz="1600" b="1"/>
            </a:lvl9pPr>
          </a:lstStyle>
          <a:p>
            <a:endParaRPr/>
          </a:p>
        </p:txBody>
      </p:sp>
      <p:sp>
        <p:nvSpPr>
          <p:cNvPr id="51" name="Google Shape;51;p20"/>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400"/>
              </a:spcBef>
              <a:spcAft>
                <a:spcPts val="0"/>
              </a:spcAft>
              <a:buSzPts val="1600"/>
              <a:buChar char="▪"/>
              <a:defRPr sz="1600"/>
            </a:lvl5pPr>
            <a:lvl6pPr marL="2743200" lvl="5" indent="-330200" algn="l">
              <a:spcBef>
                <a:spcPts val="400"/>
              </a:spcBef>
              <a:spcAft>
                <a:spcPts val="0"/>
              </a:spcAft>
              <a:buSzPts val="1600"/>
              <a:buChar char="▪"/>
              <a:defRPr sz="1600"/>
            </a:lvl6pPr>
            <a:lvl7pPr marL="3200400" lvl="6" indent="-330200" algn="l">
              <a:spcBef>
                <a:spcPts val="400"/>
              </a:spcBef>
              <a:spcAft>
                <a:spcPts val="0"/>
              </a:spcAft>
              <a:buSzPts val="1600"/>
              <a:buChar char="▪"/>
              <a:defRPr sz="1600"/>
            </a:lvl7pPr>
            <a:lvl8pPr marL="3657600" lvl="7" indent="-330200" algn="l">
              <a:spcBef>
                <a:spcPts val="400"/>
              </a:spcBef>
              <a:spcAft>
                <a:spcPts val="0"/>
              </a:spcAft>
              <a:buSzPts val="1600"/>
              <a:buChar char="▪"/>
              <a:defRPr sz="1600"/>
            </a:lvl8pPr>
            <a:lvl9pPr marL="4114800" lvl="8" indent="-330200" algn="l">
              <a:spcBef>
                <a:spcPts val="400"/>
              </a:spcBef>
              <a:spcAft>
                <a:spcPts val="0"/>
              </a:spcAft>
              <a:buSzPts val="1600"/>
              <a:buChar char="▪"/>
              <a:defRPr sz="1600"/>
            </a:lvl9pPr>
          </a:lstStyle>
          <a:p>
            <a:endParaRPr/>
          </a:p>
        </p:txBody>
      </p:sp>
      <p:sp>
        <p:nvSpPr>
          <p:cNvPr id="52" name="Google Shape;52;p20"/>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400"/>
              </a:spcBef>
              <a:spcAft>
                <a:spcPts val="0"/>
              </a:spcAft>
              <a:buSzPts val="1600"/>
              <a:buNone/>
              <a:defRPr sz="1600" b="1"/>
            </a:lvl5pPr>
            <a:lvl6pPr marL="2743200" lvl="5" indent="-228600" algn="l">
              <a:spcBef>
                <a:spcPts val="400"/>
              </a:spcBef>
              <a:spcAft>
                <a:spcPts val="0"/>
              </a:spcAft>
              <a:buSzPts val="1600"/>
              <a:buNone/>
              <a:defRPr sz="1600" b="1"/>
            </a:lvl6pPr>
            <a:lvl7pPr marL="3200400" lvl="6" indent="-228600" algn="l">
              <a:spcBef>
                <a:spcPts val="400"/>
              </a:spcBef>
              <a:spcAft>
                <a:spcPts val="0"/>
              </a:spcAft>
              <a:buSzPts val="1600"/>
              <a:buNone/>
              <a:defRPr sz="1600" b="1"/>
            </a:lvl7pPr>
            <a:lvl8pPr marL="3657600" lvl="7" indent="-228600" algn="l">
              <a:spcBef>
                <a:spcPts val="400"/>
              </a:spcBef>
              <a:spcAft>
                <a:spcPts val="0"/>
              </a:spcAft>
              <a:buSzPts val="1600"/>
              <a:buNone/>
              <a:defRPr sz="1600" b="1"/>
            </a:lvl8pPr>
            <a:lvl9pPr marL="4114800" lvl="8" indent="-228600" algn="l">
              <a:spcBef>
                <a:spcPts val="400"/>
              </a:spcBef>
              <a:spcAft>
                <a:spcPts val="0"/>
              </a:spcAft>
              <a:buSzPts val="1600"/>
              <a:buNone/>
              <a:defRPr sz="1600" b="1"/>
            </a:lvl9pPr>
          </a:lstStyle>
          <a:p>
            <a:endParaRPr/>
          </a:p>
        </p:txBody>
      </p:sp>
      <p:sp>
        <p:nvSpPr>
          <p:cNvPr id="53" name="Google Shape;53;p20"/>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400"/>
              </a:spcBef>
              <a:spcAft>
                <a:spcPts val="0"/>
              </a:spcAft>
              <a:buSzPts val="1600"/>
              <a:buChar char="▪"/>
              <a:defRPr sz="1600"/>
            </a:lvl5pPr>
            <a:lvl6pPr marL="2743200" lvl="5" indent="-330200" algn="l">
              <a:spcBef>
                <a:spcPts val="400"/>
              </a:spcBef>
              <a:spcAft>
                <a:spcPts val="0"/>
              </a:spcAft>
              <a:buSzPts val="1600"/>
              <a:buChar char="▪"/>
              <a:defRPr sz="1600"/>
            </a:lvl6pPr>
            <a:lvl7pPr marL="3200400" lvl="6" indent="-330200" algn="l">
              <a:spcBef>
                <a:spcPts val="400"/>
              </a:spcBef>
              <a:spcAft>
                <a:spcPts val="0"/>
              </a:spcAft>
              <a:buSzPts val="1600"/>
              <a:buChar char="▪"/>
              <a:defRPr sz="1600"/>
            </a:lvl7pPr>
            <a:lvl8pPr marL="3657600" lvl="7" indent="-330200" algn="l">
              <a:spcBef>
                <a:spcPts val="400"/>
              </a:spcBef>
              <a:spcAft>
                <a:spcPts val="0"/>
              </a:spcAft>
              <a:buSzPts val="1600"/>
              <a:buChar char="▪"/>
              <a:defRPr sz="1600"/>
            </a:lvl8pPr>
            <a:lvl9pPr marL="4114800" lvl="8" indent="-330200" algn="l">
              <a:spcBef>
                <a:spcPts val="400"/>
              </a:spcBef>
              <a:spcAft>
                <a:spcPts val="0"/>
              </a:spcAft>
              <a:buSzPts val="1600"/>
              <a:buChar char="▪"/>
              <a:defRPr sz="1600"/>
            </a:lvl9pPr>
          </a:lstStyle>
          <a:p>
            <a:endParaRPr/>
          </a:p>
        </p:txBody>
      </p:sp>
      <p:sp>
        <p:nvSpPr>
          <p:cNvPr id="54" name="Google Shape;54;p20"/>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0"/>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21"/>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1"/>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22"/>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2"/>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SzPts val="3200"/>
              <a:buChar char="□"/>
              <a:defRPr sz="3200"/>
            </a:lvl1pPr>
            <a:lvl2pPr marL="914400" lvl="1" indent="-406400" algn="l">
              <a:spcBef>
                <a:spcPts val="560"/>
              </a:spcBef>
              <a:spcAft>
                <a:spcPts val="0"/>
              </a:spcAft>
              <a:buSzPts val="2800"/>
              <a:buChar char="■"/>
              <a:defRPr sz="2800"/>
            </a:lvl2pPr>
            <a:lvl3pPr marL="1371600" lvl="2" indent="-381000" algn="l">
              <a:spcBef>
                <a:spcPts val="480"/>
              </a:spcBef>
              <a:spcAft>
                <a:spcPts val="0"/>
              </a:spcAft>
              <a:buSzPts val="2400"/>
              <a:buChar char="□"/>
              <a:defRPr sz="2400"/>
            </a:lvl3pPr>
            <a:lvl4pPr marL="1828800" lvl="3" indent="-355600" algn="l">
              <a:spcBef>
                <a:spcPts val="400"/>
              </a:spcBef>
              <a:spcAft>
                <a:spcPts val="0"/>
              </a:spcAft>
              <a:buSzPts val="2000"/>
              <a:buChar char="■"/>
              <a:defRPr sz="2000"/>
            </a:lvl4pPr>
            <a:lvl5pPr marL="2286000" lvl="4" indent="-355600" algn="l">
              <a:spcBef>
                <a:spcPts val="500"/>
              </a:spcBef>
              <a:spcAft>
                <a:spcPts val="0"/>
              </a:spcAft>
              <a:buSzPts val="2000"/>
              <a:buChar char="▪"/>
              <a:defRPr sz="2000"/>
            </a:lvl5pPr>
            <a:lvl6pPr marL="2743200" lvl="5" indent="-355600" algn="l">
              <a:spcBef>
                <a:spcPts val="500"/>
              </a:spcBef>
              <a:spcAft>
                <a:spcPts val="0"/>
              </a:spcAft>
              <a:buSzPts val="2000"/>
              <a:buChar char="▪"/>
              <a:defRPr sz="2000"/>
            </a:lvl6pPr>
            <a:lvl7pPr marL="3200400" lvl="6" indent="-355600" algn="l">
              <a:spcBef>
                <a:spcPts val="500"/>
              </a:spcBef>
              <a:spcAft>
                <a:spcPts val="0"/>
              </a:spcAft>
              <a:buSzPts val="2000"/>
              <a:buChar char="▪"/>
              <a:defRPr sz="2000"/>
            </a:lvl7pPr>
            <a:lvl8pPr marL="3657600" lvl="7" indent="-355600" algn="l">
              <a:spcBef>
                <a:spcPts val="500"/>
              </a:spcBef>
              <a:spcAft>
                <a:spcPts val="0"/>
              </a:spcAft>
              <a:buSzPts val="2000"/>
              <a:buChar char="▪"/>
              <a:defRPr sz="2000"/>
            </a:lvl8pPr>
            <a:lvl9pPr marL="4114800" lvl="8" indent="-355600" algn="l">
              <a:spcBef>
                <a:spcPts val="500"/>
              </a:spcBef>
              <a:spcAft>
                <a:spcPts val="0"/>
              </a:spcAft>
              <a:buSzPts val="2000"/>
              <a:buChar char="▪"/>
              <a:defRPr sz="2000"/>
            </a:lvl9pPr>
          </a:lstStyle>
          <a:p>
            <a:endParaRPr/>
          </a:p>
        </p:txBody>
      </p:sp>
      <p:sp>
        <p:nvSpPr>
          <p:cNvPr id="64" name="Google Shape;64;p22"/>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225"/>
              </a:spcBef>
              <a:spcAft>
                <a:spcPts val="0"/>
              </a:spcAft>
              <a:buSzPts val="900"/>
              <a:buNone/>
              <a:defRPr sz="900"/>
            </a:lvl5pPr>
            <a:lvl6pPr marL="2743200" lvl="5" indent="-228600" algn="l">
              <a:spcBef>
                <a:spcPts val="225"/>
              </a:spcBef>
              <a:spcAft>
                <a:spcPts val="0"/>
              </a:spcAft>
              <a:buSzPts val="900"/>
              <a:buNone/>
              <a:defRPr sz="900"/>
            </a:lvl6pPr>
            <a:lvl7pPr marL="3200400" lvl="6" indent="-228600" algn="l">
              <a:spcBef>
                <a:spcPts val="225"/>
              </a:spcBef>
              <a:spcAft>
                <a:spcPts val="0"/>
              </a:spcAft>
              <a:buSzPts val="900"/>
              <a:buNone/>
              <a:defRPr sz="900"/>
            </a:lvl7pPr>
            <a:lvl8pPr marL="3657600" lvl="7" indent="-228600" algn="l">
              <a:spcBef>
                <a:spcPts val="225"/>
              </a:spcBef>
              <a:spcAft>
                <a:spcPts val="0"/>
              </a:spcAft>
              <a:buSzPts val="900"/>
              <a:buNone/>
              <a:defRPr sz="900"/>
            </a:lvl8pPr>
            <a:lvl9pPr marL="4114800" lvl="8" indent="-228600" algn="l">
              <a:spcBef>
                <a:spcPts val="225"/>
              </a:spcBef>
              <a:spcAft>
                <a:spcPts val="0"/>
              </a:spcAft>
              <a:buSzPts val="900"/>
              <a:buNone/>
              <a:defRPr sz="900"/>
            </a:lvl9pPr>
          </a:lstStyle>
          <a:p>
            <a:endParaRPr/>
          </a:p>
        </p:txBody>
      </p:sp>
      <p:sp>
        <p:nvSpPr>
          <p:cNvPr id="65" name="Google Shape;65;p22"/>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2"/>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2"/>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23"/>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3"/>
          <p:cNvSpPr>
            <a:spLocks noGrp="1"/>
          </p:cNvSpPr>
          <p:nvPr>
            <p:ph type="pic" idx="2"/>
          </p:nvPr>
        </p:nvSpPr>
        <p:spPr>
          <a:xfrm>
            <a:off x="2389717" y="612775"/>
            <a:ext cx="7315200" cy="4114800"/>
          </a:xfrm>
          <a:prstGeom prst="rect">
            <a:avLst/>
          </a:prstGeom>
          <a:noFill/>
          <a:ln>
            <a:noFill/>
          </a:ln>
        </p:spPr>
      </p:sp>
      <p:sp>
        <p:nvSpPr>
          <p:cNvPr id="71" name="Google Shape;71;p23"/>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225"/>
              </a:spcBef>
              <a:spcAft>
                <a:spcPts val="0"/>
              </a:spcAft>
              <a:buSzPts val="900"/>
              <a:buNone/>
              <a:defRPr sz="900"/>
            </a:lvl5pPr>
            <a:lvl6pPr marL="2743200" lvl="5" indent="-228600" algn="l">
              <a:spcBef>
                <a:spcPts val="225"/>
              </a:spcBef>
              <a:spcAft>
                <a:spcPts val="0"/>
              </a:spcAft>
              <a:buSzPts val="900"/>
              <a:buNone/>
              <a:defRPr sz="900"/>
            </a:lvl6pPr>
            <a:lvl7pPr marL="3200400" lvl="6" indent="-228600" algn="l">
              <a:spcBef>
                <a:spcPts val="225"/>
              </a:spcBef>
              <a:spcAft>
                <a:spcPts val="0"/>
              </a:spcAft>
              <a:buSzPts val="900"/>
              <a:buNone/>
              <a:defRPr sz="900"/>
            </a:lvl7pPr>
            <a:lvl8pPr marL="3657600" lvl="7" indent="-228600" algn="l">
              <a:spcBef>
                <a:spcPts val="225"/>
              </a:spcBef>
              <a:spcAft>
                <a:spcPts val="0"/>
              </a:spcAft>
              <a:buSzPts val="900"/>
              <a:buNone/>
              <a:defRPr sz="900"/>
            </a:lvl8pPr>
            <a:lvl9pPr marL="4114800" lvl="8" indent="-228600" algn="l">
              <a:spcBef>
                <a:spcPts val="225"/>
              </a:spcBef>
              <a:spcAft>
                <a:spcPts val="0"/>
              </a:spcAft>
              <a:buSzPts val="900"/>
              <a:buNone/>
              <a:defRPr sz="900"/>
            </a:lvl9pPr>
          </a:lstStyle>
          <a:p>
            <a:endParaRPr/>
          </a:p>
        </p:txBody>
      </p:sp>
      <p:sp>
        <p:nvSpPr>
          <p:cNvPr id="72" name="Google Shape;72;p23"/>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3"/>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24"/>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body" idx="1"/>
          </p:nvPr>
        </p:nvSpPr>
        <p:spPr>
          <a:xfrm rot="5400000">
            <a:off x="3956051" y="-1447800"/>
            <a:ext cx="4267200" cy="10668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0"/>
              </a:spcAft>
              <a:buSzPts val="1800"/>
              <a:buChar char="▪"/>
              <a:defRPr/>
            </a:lvl9pPr>
          </a:lstStyle>
          <a:p>
            <a:endParaRPr/>
          </a:p>
        </p:txBody>
      </p:sp>
      <p:sp>
        <p:nvSpPr>
          <p:cNvPr id="78" name="Google Shape;78;p24"/>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4"/>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5"/>
          <p:cNvSpPr txBox="1">
            <a:spLocks noGrp="1"/>
          </p:cNvSpPr>
          <p:nvPr>
            <p:ph type="title"/>
          </p:nvPr>
        </p:nvSpPr>
        <p:spPr>
          <a:xfrm rot="5400000">
            <a:off x="7242176" y="1827742"/>
            <a:ext cx="5715000" cy="2669116"/>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body" idx="1"/>
          </p:nvPr>
        </p:nvSpPr>
        <p:spPr>
          <a:xfrm rot="5400000">
            <a:off x="1801284" y="-740833"/>
            <a:ext cx="5715000" cy="7806267"/>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0"/>
              </a:spcAft>
              <a:buSzPts val="1800"/>
              <a:buChar char="▪"/>
              <a:defRPr/>
            </a:lvl9pPr>
          </a:lstStyle>
          <a:p>
            <a:endParaRPr/>
          </a:p>
        </p:txBody>
      </p:sp>
      <p:sp>
        <p:nvSpPr>
          <p:cNvPr id="84" name="Google Shape;84;p25"/>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5"/>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4"/>
          <a:tile tx="0" ty="0" sx="100000" sy="100000" flip="none" algn="tl"/>
        </a:blip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9pPr>
          </a:lstStyle>
          <a:p>
            <a:endParaRPr/>
          </a:p>
        </p:txBody>
      </p:sp>
      <p:sp>
        <p:nvSpPr>
          <p:cNvPr id="11" name="Google Shape;11;p14"/>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lvl1pPr marL="457200" marR="0" lvl="0" indent="-419100" algn="l" rtl="0">
              <a:spcBef>
                <a:spcPts val="600"/>
              </a:spcBef>
              <a:spcAft>
                <a:spcPts val="0"/>
              </a:spcAft>
              <a:buClr>
                <a:schemeClr val="accent2"/>
              </a:buClr>
              <a:buSzPts val="3000"/>
              <a:buFont typeface="Noto Sans Symbols"/>
              <a:buChar char="□"/>
              <a:defRPr sz="3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93700" algn="l" rtl="0">
              <a:spcBef>
                <a:spcPts val="520"/>
              </a:spcBef>
              <a:spcAft>
                <a:spcPts val="0"/>
              </a:spcAft>
              <a:buClr>
                <a:schemeClr val="accent2"/>
              </a:buClr>
              <a:buSzPts val="2600"/>
              <a:buFont typeface="Noto Sans Symbols"/>
              <a:buChar char="■"/>
              <a:defRPr sz="2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74650" algn="l" rtl="0">
              <a:spcBef>
                <a:spcPts val="460"/>
              </a:spcBef>
              <a:spcAft>
                <a:spcPts val="0"/>
              </a:spcAft>
              <a:buClr>
                <a:schemeClr val="accent2"/>
              </a:buClr>
              <a:buSzPts val="2300"/>
              <a:buFont typeface="Noto Sans Symbols"/>
              <a:buChar char="□"/>
              <a:defRPr sz="23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55600" algn="l" rtl="0">
              <a:spcBef>
                <a:spcPts val="400"/>
              </a:spcBef>
              <a:spcAft>
                <a:spcPts val="0"/>
              </a:spcAft>
              <a:buClr>
                <a:schemeClr val="accent2"/>
              </a:buClr>
              <a:buSzPts val="20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L="3200400" marR="0" lvl="6"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L="3657600" marR="0" lvl="7"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L="4114800" marR="0" lvl="8"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a:endParaRPr/>
          </a:p>
        </p:txBody>
      </p:sp>
      <p:sp>
        <p:nvSpPr>
          <p:cNvPr id="12" name="Google Shape;12;p14"/>
          <p:cNvSpPr/>
          <p:nvPr/>
        </p:nvSpPr>
        <p:spPr>
          <a:xfrm>
            <a:off x="812800" y="1566864"/>
            <a:ext cx="10610851" cy="109537"/>
          </a:xfrm>
          <a:custGeom>
            <a:avLst/>
            <a:gdLst/>
            <a:ahLst/>
            <a:cxnLst/>
            <a:rect l="l" t="t" r="r" b="b"/>
            <a:pathLst>
              <a:path w="1000" h="1000" extrusionOk="0">
                <a:moveTo>
                  <a:pt x="0" y="0"/>
                </a:moveTo>
                <a:lnTo>
                  <a:pt x="585" y="0"/>
                </a:lnTo>
                <a:lnTo>
                  <a:pt x="585" y="1000"/>
                </a:lnTo>
                <a:lnTo>
                  <a:pt x="0" y="1000"/>
                </a:lnTo>
                <a:lnTo>
                  <a:pt x="0" y="0"/>
                </a:lnTo>
                <a:close/>
              </a:path>
              <a:path w="1000" h="1000" extrusionOk="0">
                <a:moveTo>
                  <a:pt x="0" y="0"/>
                </a:moveTo>
                <a:lnTo>
                  <a:pt x="1000" y="0"/>
                </a:lnTo>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dana" panose="020B0604030504040204"/>
              <a:ea typeface="Verdana" panose="020B0604030504040204"/>
              <a:cs typeface="Verdana" panose="020B0604030504040204"/>
              <a:sym typeface="Verdana" panose="020B0604030504040204"/>
            </a:endParaRPr>
          </a:p>
        </p:txBody>
      </p:sp>
      <p:cxnSp>
        <p:nvCxnSpPr>
          <p:cNvPr id="13" name="Google Shape;13;p14"/>
          <p:cNvCxnSpPr/>
          <p:nvPr/>
        </p:nvCxnSpPr>
        <p:spPr>
          <a:xfrm>
            <a:off x="812800" y="6172200"/>
            <a:ext cx="10566400" cy="0"/>
          </a:xfrm>
          <a:prstGeom prst="straightConnector1">
            <a:avLst/>
          </a:prstGeom>
          <a:noFill/>
          <a:ln w="9525" cap="flat" cmpd="sng">
            <a:solidFill>
              <a:schemeClr val="accent2"/>
            </a:solidFill>
            <a:prstDash val="solid"/>
            <a:round/>
            <a:headEnd type="none" w="sm" len="sm"/>
            <a:tailEnd type="none" w="sm" len="sm"/>
          </a:ln>
        </p:spPr>
      </p:cxnSp>
      <p:sp>
        <p:nvSpPr>
          <p:cNvPr id="14" name="Google Shape;14;p14"/>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a:endParaRPr/>
          </a:p>
        </p:txBody>
      </p:sp>
      <p:sp>
        <p:nvSpPr>
          <p:cNvPr id="15" name="Google Shape;15;p1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a:endParaRPr/>
          </a:p>
        </p:txBody>
      </p:sp>
      <p:sp>
        <p:nvSpPr>
          <p:cNvPr id="16" name="Google Shape;16;p14"/>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tile tx="0" ty="0" sx="100000" sy="100000" flip="none" algn="tl"/>
        </a:blipFill>
        <a:effectLst/>
      </p:bgPr>
    </p:bg>
    <p:spTree>
      <p:nvGrpSpPr>
        <p:cNvPr id="1" name="Shape 90"/>
        <p:cNvGrpSpPr/>
        <p:nvPr/>
      </p:nvGrpSpPr>
      <p:grpSpPr>
        <a:xfrm>
          <a:off x="0" y="0"/>
          <a:ext cx="0" cy="0"/>
          <a:chOff x="0" y="0"/>
          <a:chExt cx="0" cy="0"/>
        </a:xfrm>
      </p:grpSpPr>
      <p:pic>
        <p:nvPicPr>
          <p:cNvPr id="91" name="Google Shape;91;p1"/>
          <p:cNvPicPr preferRelativeResize="0"/>
          <p:nvPr/>
        </p:nvPicPr>
        <p:blipFill rotWithShape="1">
          <a:blip r:embed="rId4"/>
          <a:srcRect/>
          <a:stretch>
            <a:fillRect/>
          </a:stretch>
        </p:blipFill>
        <p:spPr>
          <a:xfrm>
            <a:off x="80384" y="89477"/>
            <a:ext cx="2924175" cy="952500"/>
          </a:xfrm>
          <a:prstGeom prst="rect">
            <a:avLst/>
          </a:prstGeom>
          <a:noFill/>
          <a:ln>
            <a:noFill/>
          </a:ln>
        </p:spPr>
      </p:pic>
      <p:pic>
        <p:nvPicPr>
          <p:cNvPr id="92" name="Google Shape;92;p1"/>
          <p:cNvPicPr preferRelativeResize="0"/>
          <p:nvPr/>
        </p:nvPicPr>
        <p:blipFill rotWithShape="1">
          <a:blip r:embed="rId5"/>
          <a:srcRect/>
          <a:stretch>
            <a:fillRect/>
          </a:stretch>
        </p:blipFill>
        <p:spPr>
          <a:xfrm>
            <a:off x="11111491" y="64077"/>
            <a:ext cx="1000125" cy="1143000"/>
          </a:xfrm>
          <a:prstGeom prst="rect">
            <a:avLst/>
          </a:prstGeom>
          <a:noFill/>
          <a:ln>
            <a:noFill/>
          </a:ln>
        </p:spPr>
      </p:pic>
      <p:sp>
        <p:nvSpPr>
          <p:cNvPr id="93" name="Google Shape;93;p1"/>
          <p:cNvSpPr txBox="1"/>
          <p:nvPr/>
        </p:nvSpPr>
        <p:spPr>
          <a:xfrm>
            <a:off x="838212" y="2613081"/>
            <a:ext cx="10515600" cy="1325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7B32B2"/>
              </a:buClr>
              <a:buSzPct val="100000"/>
              <a:buFont typeface="Arial Black" panose="020B0A04020102020204"/>
              <a:buNone/>
            </a:pPr>
            <a:r>
              <a:rPr lang="en-US" sz="3200" b="1" dirty="0">
                <a:solidFill>
                  <a:srgbClr val="7B32B2"/>
                </a:solidFill>
                <a:latin typeface="Arial Black" panose="020B0A04020102020204"/>
                <a:ea typeface="Arial Black" panose="020B0A04020102020204"/>
                <a:cs typeface="Arial Black" panose="020B0A04020102020204"/>
                <a:sym typeface="Arial Black" panose="020B0A04020102020204"/>
              </a:rPr>
              <a:t>Event Management System</a:t>
            </a:r>
            <a:endParaRPr sz="3200" b="1" dirty="0">
              <a:solidFill>
                <a:srgbClr val="7030A0"/>
              </a:solidFill>
              <a:latin typeface="Verdana" panose="020B0604030504040204"/>
              <a:ea typeface="Verdana" panose="020B0604030504040204"/>
              <a:cs typeface="Verdana" panose="020B0604030504040204"/>
              <a:sym typeface="Verdana" panose="020B0604030504040204"/>
            </a:endParaRPr>
          </a:p>
        </p:txBody>
      </p:sp>
      <p:sp>
        <p:nvSpPr>
          <p:cNvPr id="96" name="Google Shape;96;p1"/>
          <p:cNvSpPr txBox="1"/>
          <p:nvPr/>
        </p:nvSpPr>
        <p:spPr>
          <a:xfrm>
            <a:off x="708891" y="1213137"/>
            <a:ext cx="10515600" cy="722457"/>
          </a:xfrm>
          <a:prstGeom prst="rect">
            <a:avLst/>
          </a:prstGeom>
          <a:noFill/>
          <a:ln>
            <a:noFill/>
          </a:ln>
        </p:spPr>
        <p:txBody>
          <a:bodyPr spcFirstLastPara="1" wrap="square" lIns="91425" tIns="45700" rIns="91425" bIns="45700" anchor="ctr" anchorCtr="0">
            <a:normAutofit fontScale="92500"/>
          </a:bodyPr>
          <a:lstStyle/>
          <a:p>
            <a:pPr marL="0" marR="0" lvl="0" indent="0" algn="ctr" rtl="0">
              <a:lnSpc>
                <a:spcPct val="90000"/>
              </a:lnSpc>
              <a:spcBef>
                <a:spcPts val="0"/>
              </a:spcBef>
              <a:spcAft>
                <a:spcPts val="0"/>
              </a:spcAft>
              <a:buClr>
                <a:srgbClr val="002060"/>
              </a:buClr>
              <a:buSzPts val="2800"/>
              <a:buFont typeface="Verdana" panose="020B0604030504040204"/>
              <a:buNone/>
            </a:pPr>
            <a:r>
              <a:rPr lang="en-US" sz="2800" b="1">
                <a:solidFill>
                  <a:srgbClr val="002060"/>
                </a:solidFill>
                <a:latin typeface="Verdana" panose="020B0604030504040204"/>
                <a:ea typeface="Verdana" panose="020B0604030504040204"/>
                <a:cs typeface="Verdana" panose="020B0604030504040204"/>
                <a:sym typeface="Verdana" panose="020B0604030504040204"/>
              </a:rPr>
              <a:t>Department of Artificial Intelligence and Data Science</a:t>
            </a:r>
            <a:endParaRPr sz="2800" b="1">
              <a:solidFill>
                <a:srgbClr val="002060"/>
              </a:solidFill>
              <a:latin typeface="Verdana" panose="020B0604030504040204"/>
              <a:ea typeface="Verdana" panose="020B0604030504040204"/>
              <a:cs typeface="Verdana" panose="020B0604030504040204"/>
              <a:sym typeface="Verdana" panose="020B0604030504040204"/>
            </a:endParaRPr>
          </a:p>
        </p:txBody>
      </p:sp>
      <p:sp>
        <p:nvSpPr>
          <p:cNvPr id="4" name="TextBox 1">
            <a:extLst>
              <a:ext uri="{FF2B5EF4-FFF2-40B4-BE49-F238E27FC236}">
                <a16:creationId xmlns:a16="http://schemas.microsoft.com/office/drawing/2014/main" id="{F98A38ED-B16F-2E00-DAB5-C82E22B848E2}"/>
              </a:ext>
            </a:extLst>
          </p:cNvPr>
          <p:cNvSpPr txBox="1">
            <a:spLocks noChangeArrowheads="1"/>
          </p:cNvSpPr>
          <p:nvPr/>
        </p:nvSpPr>
        <p:spPr bwMode="auto">
          <a:xfrm>
            <a:off x="3940247" y="4190623"/>
            <a:ext cx="431150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lgn="ctr">
              <a:spcBef>
                <a:spcPct val="0"/>
              </a:spcBef>
              <a:buClrTx/>
              <a:buFontTx/>
              <a:buNone/>
            </a:pPr>
            <a:r>
              <a:rPr lang="en-US" altLang="en-US" sz="2400" b="1" dirty="0">
                <a:solidFill>
                  <a:srgbClr val="FF0000"/>
                </a:solidFill>
              </a:rPr>
              <a:t>Santhosh B</a:t>
            </a:r>
          </a:p>
          <a:p>
            <a:pPr algn="ctr">
              <a:spcBef>
                <a:spcPct val="0"/>
              </a:spcBef>
              <a:buClrTx/>
              <a:buFontTx/>
              <a:buNone/>
            </a:pPr>
            <a:r>
              <a:rPr lang="en-US" altLang="en-US" sz="2400" b="1" dirty="0">
                <a:solidFill>
                  <a:srgbClr val="FF0000"/>
                </a:solidFill>
              </a:rPr>
              <a:t>(221801046)</a:t>
            </a:r>
          </a:p>
          <a:p>
            <a:pPr algn="ctr">
              <a:spcBef>
                <a:spcPct val="0"/>
              </a:spcBef>
              <a:buClrTx/>
              <a:buFontTx/>
              <a:buNone/>
            </a:pPr>
            <a:r>
              <a:rPr lang="en-US" altLang="en-US" sz="2400" b="1" dirty="0" err="1">
                <a:solidFill>
                  <a:srgbClr val="FF0000"/>
                </a:solidFill>
              </a:rPr>
              <a:t>Sriraam</a:t>
            </a:r>
            <a:r>
              <a:rPr lang="en-US" altLang="en-US" sz="2400" b="1" dirty="0">
                <a:solidFill>
                  <a:srgbClr val="FF0000"/>
                </a:solidFill>
              </a:rPr>
              <a:t> GV</a:t>
            </a:r>
          </a:p>
          <a:p>
            <a:pPr algn="ctr">
              <a:spcBef>
                <a:spcPct val="0"/>
              </a:spcBef>
              <a:buClrTx/>
              <a:buFontTx/>
              <a:buNone/>
            </a:pPr>
            <a:r>
              <a:rPr lang="en-US" altLang="en-US" sz="2400" b="1" dirty="0">
                <a:solidFill>
                  <a:srgbClr val="FF0000"/>
                </a:solidFill>
              </a:rPr>
              <a:t>(221801052)</a:t>
            </a:r>
          </a:p>
          <a:p>
            <a:pPr algn="ctr">
              <a:spcBef>
                <a:spcPct val="0"/>
              </a:spcBef>
              <a:buClrTx/>
              <a:buFontTx/>
              <a:buNone/>
            </a:pPr>
            <a:r>
              <a:rPr lang="en-US" altLang="en-US" sz="2400" b="1" dirty="0" err="1">
                <a:solidFill>
                  <a:srgbClr val="FF0000"/>
                </a:solidFill>
              </a:rPr>
              <a:t>Buvankalyan</a:t>
            </a:r>
            <a:r>
              <a:rPr lang="en-US" altLang="en-US" sz="2400" b="1" dirty="0">
                <a:solidFill>
                  <a:srgbClr val="FF0000"/>
                </a:solidFill>
              </a:rPr>
              <a:t> P</a:t>
            </a:r>
          </a:p>
          <a:p>
            <a:pPr algn="ctr">
              <a:spcBef>
                <a:spcPct val="0"/>
              </a:spcBef>
              <a:buClrTx/>
              <a:buFontTx/>
              <a:buNone/>
            </a:pPr>
            <a:r>
              <a:rPr lang="en-US" altLang="en-US" sz="2400" b="1" dirty="0">
                <a:solidFill>
                  <a:srgbClr val="FF0000"/>
                </a:solidFill>
              </a:rPr>
              <a:t>(221801506)</a:t>
            </a:r>
            <a:endParaRPr lang="en-IN" altLang="en-US" sz="24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tile tx="0" ty="0" sx="100000" sy="100000" flip="none" algn="tl"/>
        </a:blipFill>
        <a:effectLst/>
      </p:bgPr>
    </p:bg>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766233" y="322219"/>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200" b="1" dirty="0">
                <a:solidFill>
                  <a:schemeClr val="dk1"/>
                </a:solidFill>
                <a:latin typeface="Verdana" panose="020B0604030504040204" pitchFamily="34" charset="0"/>
                <a:ea typeface="Verdana" panose="020B0604030504040204" pitchFamily="34" charset="0"/>
                <a:cs typeface="Times New Roman" panose="02020603050405020304" pitchFamily="18" charset="0"/>
              </a:rPr>
              <a:t>Problem Statement</a:t>
            </a:r>
            <a:endParaRPr sz="2800" dirty="0">
              <a:solidFill>
                <a:schemeClr val="dk1"/>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102" name="Google Shape;102;p2"/>
          <p:cNvSpPr txBox="1">
            <a:spLocks noGrp="1"/>
          </p:cNvSpPr>
          <p:nvPr>
            <p:ph type="body" idx="1"/>
          </p:nvPr>
        </p:nvSpPr>
        <p:spPr>
          <a:xfrm>
            <a:off x="766225" y="1749425"/>
            <a:ext cx="11016900" cy="42672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CC0000"/>
              </a:buClr>
              <a:buSzPts val="2400"/>
              <a:buNone/>
            </a:pPr>
            <a:r>
              <a:rPr lang="en-US" sz="2400" dirty="0">
                <a:latin typeface="Verdana" panose="020B0604030504040204" pitchFamily="34" charset="0"/>
                <a:ea typeface="Verdana" panose="020B0604030504040204" pitchFamily="34" charset="0"/>
                <a:cs typeface="Times New Roman" panose="02020603050405020304" pitchFamily="18" charset="0"/>
              </a:rPr>
              <a:t>The current event planning landscape is increasingly complex, requiring a digital solution that simplifies booking and provides personalized, efficient services. Traditional methods lack instant results, seamless user interaction, and robust data security, which are essential in today's tech-savvy world.</a:t>
            </a:r>
            <a:endParaRPr lang="en-US" sz="2400" dirty="0">
              <a:latin typeface="Verdana" panose="020B0604030504040204" pitchFamily="34" charset="0"/>
              <a:ea typeface="Verdana" panose="020B0604030504040204" pitchFamily="34" charset="0"/>
              <a:cs typeface="Times New Roman" panose="02020603050405020304" pitchFamily="18" charset="0"/>
              <a:sym typeface="Arial" panose="020B0604020202020204"/>
            </a:endParaRPr>
          </a:p>
        </p:txBody>
      </p:sp>
      <p:sp>
        <p:nvSpPr>
          <p:cNvPr id="103" name="Google Shape;103;p2"/>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104" name="Google Shape;104;p2"/>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105" name="Google Shape;105;p2"/>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tile tx="0" ty="0" sx="100000" sy="100000" flip="none" algn="tl"/>
        </a:blipFill>
        <a:effectLst/>
      </p:bgPr>
    </p:bg>
    <p:spTree>
      <p:nvGrpSpPr>
        <p:cNvPr id="1" name="Shape 109"/>
        <p:cNvGrpSpPr/>
        <p:nvPr/>
      </p:nvGrpSpPr>
      <p:grpSpPr>
        <a:xfrm>
          <a:off x="0" y="0"/>
          <a:ext cx="0" cy="0"/>
          <a:chOff x="0" y="0"/>
          <a:chExt cx="0" cy="0"/>
        </a:xfrm>
      </p:grpSpPr>
      <p:sp>
        <p:nvSpPr>
          <p:cNvPr id="110" name="Google Shape;110;p3"/>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200" b="1" dirty="0">
                <a:solidFill>
                  <a:schemeClr val="dk1"/>
                </a:solidFill>
              </a:rPr>
              <a:t>Objectives</a:t>
            </a:r>
            <a:endParaRPr sz="2800" dirty="0">
              <a:solidFill>
                <a:schemeClr val="dk1"/>
              </a:solidFill>
            </a:endParaRPr>
          </a:p>
        </p:txBody>
      </p:sp>
      <p:sp>
        <p:nvSpPr>
          <p:cNvPr id="111" name="Google Shape;111;p3"/>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marL="0" lvl="0" indent="0" algn="just" rtl="0">
              <a:spcBef>
                <a:spcPts val="480"/>
              </a:spcBef>
              <a:spcAft>
                <a:spcPts val="0"/>
              </a:spcAft>
              <a:buNone/>
            </a:pPr>
            <a:r>
              <a:rPr lang="en-US" sz="2400" dirty="0"/>
              <a:t>This study aims to develop a user-friendly event management website that simplifies planning and booking by integrating an AI-powered chatbot for interactive guidance. With encrypted data storage to ensure security, the platform will also automate booking confirmations for immediate user feedback. Ultimately, it will serve as an all-in-one solution, offering diverse event services to meet a wide range of needs efficiently.</a:t>
            </a:r>
            <a:endParaRPr lang="en-US" sz="6000" dirty="0">
              <a:latin typeface="Arial" panose="020B0604020202020204"/>
              <a:ea typeface="Arial" panose="020B0604020202020204"/>
              <a:cs typeface="Arial" panose="020B0604020202020204"/>
              <a:sym typeface="Arial" panose="020B0604020202020204"/>
            </a:endParaRPr>
          </a:p>
        </p:txBody>
      </p:sp>
      <p:sp>
        <p:nvSpPr>
          <p:cNvPr id="112" name="Google Shape;112;p3"/>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113" name="Google Shape;113;p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114" name="Google Shape;114;p3"/>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tile tx="0" ty="0" sx="100000" sy="100000" flip="none" algn="tl"/>
        </a:blipFill>
        <a:effectLst/>
      </p:bgPr>
    </p:bg>
    <p:spTree>
      <p:nvGrpSpPr>
        <p:cNvPr id="1" name="Shape 119"/>
        <p:cNvGrpSpPr/>
        <p:nvPr/>
      </p:nvGrpSpPr>
      <p:grpSpPr>
        <a:xfrm>
          <a:off x="0" y="0"/>
          <a:ext cx="0" cy="0"/>
          <a:chOff x="0" y="0"/>
          <a:chExt cx="0" cy="0"/>
        </a:xfrm>
      </p:grpSpPr>
      <p:sp>
        <p:nvSpPr>
          <p:cNvPr id="120" name="Google Shape;120;p4"/>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200" b="1">
                <a:solidFill>
                  <a:schemeClr val="dk1"/>
                </a:solidFill>
              </a:rPr>
              <a:t>Abstract</a:t>
            </a:r>
            <a:endParaRPr sz="2800">
              <a:solidFill>
                <a:schemeClr val="dk1"/>
              </a:solidFill>
            </a:endParaRPr>
          </a:p>
        </p:txBody>
      </p:sp>
      <p:sp>
        <p:nvSpPr>
          <p:cNvPr id="121" name="Google Shape;121;p4"/>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SzPts val="2400"/>
              <a:buNone/>
            </a:pPr>
            <a:r>
              <a:rPr lang="en-US" sz="2400" dirty="0"/>
              <a:t>This project aims to create an efficient event management platform that leverages technology to streamline the planning and booking processes. By integrating a chatbot, secure data handling, and automated confirmation, the system enhances user experience, data security, and booking efficiency. It presents a modern solution for the fast-evolving event management industry.</a:t>
            </a:r>
            <a:endParaRPr sz="4000" dirty="0">
              <a:latin typeface="Arial" panose="020B0604020202020204"/>
              <a:ea typeface="Arial" panose="020B0604020202020204"/>
              <a:cs typeface="Arial" panose="020B0604020202020204"/>
              <a:sym typeface="Arial" panose="020B0604020202020204"/>
            </a:endParaRPr>
          </a:p>
        </p:txBody>
      </p:sp>
      <p:sp>
        <p:nvSpPr>
          <p:cNvPr id="122" name="Google Shape;122;p4"/>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123" name="Google Shape;123;p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124" name="Google Shape;124;p4"/>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5"/>
          <p:cNvSpPr txBox="1">
            <a:spLocks noGrp="1"/>
          </p:cNvSpPr>
          <p:nvPr>
            <p:ph type="title"/>
          </p:nvPr>
        </p:nvSpPr>
        <p:spPr>
          <a:xfrm>
            <a:off x="582700" y="311275"/>
            <a:ext cx="11013900" cy="1215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200" b="1"/>
              <a:t> Introduction and Overview of the Project.</a:t>
            </a:r>
            <a:endParaRPr sz="3200" b="1"/>
          </a:p>
        </p:txBody>
      </p:sp>
      <p:sp>
        <p:nvSpPr>
          <p:cNvPr id="130" name="Google Shape;130;p5"/>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SzPts val="2400"/>
              <a:buNone/>
            </a:pPr>
            <a:r>
              <a:rPr lang="en-US" sz="2400" dirty="0"/>
              <a:t>The project introduces a secure and interactive event management website designed to meet the rising demands for digital solutions in event planning. It integrates an AI-driven chatbot, secure login, and encrypted data storage, facilitating a smooth and personalized user experience for planning and booking events like weddings, corporate functions, and social gatherings​</a:t>
            </a:r>
            <a:endParaRPr sz="4000" dirty="0">
              <a:latin typeface="Arial" panose="020B0604020202020204"/>
              <a:ea typeface="Arial" panose="020B0604020202020204"/>
              <a:cs typeface="Arial" panose="020B0604020202020204"/>
              <a:sym typeface="Arial" panose="020B0604020202020204"/>
            </a:endParaRPr>
          </a:p>
        </p:txBody>
      </p:sp>
      <p:sp>
        <p:nvSpPr>
          <p:cNvPr id="131" name="Google Shape;131;p5"/>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132" name="Google Shape;132;p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133" name="Google Shape;133;p5"/>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graphicFrame>
        <p:nvGraphicFramePr>
          <p:cNvPr id="145" name="Google Shape;145;g2f5c24c2964_0_9"/>
          <p:cNvGraphicFramePr/>
          <p:nvPr>
            <p:extLst>
              <p:ext uri="{D42A27DB-BD31-4B8C-83A1-F6EECF244321}">
                <p14:modId xmlns:p14="http://schemas.microsoft.com/office/powerpoint/2010/main" val="3272343106"/>
              </p:ext>
            </p:extLst>
          </p:nvPr>
        </p:nvGraphicFramePr>
        <p:xfrm>
          <a:off x="495700" y="1956834"/>
          <a:ext cx="11200600" cy="3776300"/>
        </p:xfrm>
        <a:graphic>
          <a:graphicData uri="http://schemas.openxmlformats.org/drawingml/2006/table">
            <a:tbl>
              <a:tblPr firstRow="1" bandRow="1">
                <a:noFill/>
                <a:tableStyleId>{8A857C73-906B-4A22-9E47-D3EEB6A62BA1}</a:tableStyleId>
              </a:tblPr>
              <a:tblGrid>
                <a:gridCol w="793169">
                  <a:extLst>
                    <a:ext uri="{9D8B030D-6E8A-4147-A177-3AD203B41FA5}">
                      <a16:colId xmlns:a16="http://schemas.microsoft.com/office/drawing/2014/main" val="20000"/>
                    </a:ext>
                  </a:extLst>
                </a:gridCol>
                <a:gridCol w="2236006">
                  <a:extLst>
                    <a:ext uri="{9D8B030D-6E8A-4147-A177-3AD203B41FA5}">
                      <a16:colId xmlns:a16="http://schemas.microsoft.com/office/drawing/2014/main" val="20001"/>
                    </a:ext>
                  </a:extLst>
                </a:gridCol>
                <a:gridCol w="2130625">
                  <a:extLst>
                    <a:ext uri="{9D8B030D-6E8A-4147-A177-3AD203B41FA5}">
                      <a16:colId xmlns:a16="http://schemas.microsoft.com/office/drawing/2014/main" val="20002"/>
                    </a:ext>
                  </a:extLst>
                </a:gridCol>
                <a:gridCol w="2604375">
                  <a:extLst>
                    <a:ext uri="{9D8B030D-6E8A-4147-A177-3AD203B41FA5}">
                      <a16:colId xmlns:a16="http://schemas.microsoft.com/office/drawing/2014/main" val="20003"/>
                    </a:ext>
                  </a:extLst>
                </a:gridCol>
                <a:gridCol w="1921200">
                  <a:extLst>
                    <a:ext uri="{9D8B030D-6E8A-4147-A177-3AD203B41FA5}">
                      <a16:colId xmlns:a16="http://schemas.microsoft.com/office/drawing/2014/main" val="20004"/>
                    </a:ext>
                  </a:extLst>
                </a:gridCol>
                <a:gridCol w="1515225">
                  <a:extLst>
                    <a:ext uri="{9D8B030D-6E8A-4147-A177-3AD203B41FA5}">
                      <a16:colId xmlns:a16="http://schemas.microsoft.com/office/drawing/2014/main" val="20005"/>
                    </a:ext>
                  </a:extLst>
                </a:gridCol>
              </a:tblGrid>
              <a:tr h="893450">
                <a:tc>
                  <a:txBody>
                    <a:bodyPr/>
                    <a:lstStyle/>
                    <a:p>
                      <a:pPr marL="0" marR="0" lvl="0" indent="0" algn="l" rtl="0">
                        <a:spcBef>
                          <a:spcPts val="0"/>
                        </a:spcBef>
                        <a:spcAft>
                          <a:spcPts val="0"/>
                        </a:spcAft>
                        <a:buClr>
                          <a:schemeClr val="dk1"/>
                        </a:buClr>
                        <a:buSzPts val="1800"/>
                        <a:buFont typeface="Verdana" panose="020B0604030504040204"/>
                        <a:buNone/>
                      </a:pPr>
                      <a:r>
                        <a:rPr lang="en-US" sz="1800" u="none" strike="noStrike" cap="none"/>
                        <a:t>S.No</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Verdana" panose="020B0604030504040204"/>
                        <a:buNone/>
                      </a:pPr>
                      <a:r>
                        <a:rPr lang="en-US" sz="1800" u="none" strike="noStrike" cap="none" dirty="0"/>
                        <a:t>Author Name</a:t>
                      </a:r>
                      <a:endParaRPr sz="1800" u="none" strike="noStrike" cap="none" dirty="0"/>
                    </a:p>
                  </a:txBody>
                  <a:tcPr marL="91450" marR="91450" marT="45725" marB="45725"/>
                </a:tc>
                <a:tc>
                  <a:txBody>
                    <a:bodyPr/>
                    <a:lstStyle/>
                    <a:p>
                      <a:pPr marL="0" marR="0" lvl="0" indent="0" algn="l" rtl="0">
                        <a:spcBef>
                          <a:spcPts val="0"/>
                        </a:spcBef>
                        <a:spcAft>
                          <a:spcPts val="0"/>
                        </a:spcAft>
                        <a:buClr>
                          <a:schemeClr val="dk1"/>
                        </a:buClr>
                        <a:buSzPts val="1800"/>
                        <a:buFont typeface="Verdana" panose="020B0604030504040204"/>
                        <a:buNone/>
                      </a:pPr>
                      <a:r>
                        <a:rPr lang="en-US" sz="1800" u="none" strike="noStrike" cap="none"/>
                        <a:t>Paper Title</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Verdana" panose="020B0604030504040204"/>
                        <a:buNone/>
                      </a:pPr>
                      <a:r>
                        <a:rPr lang="en-US" sz="1800" u="none" strike="noStrike" cap="none"/>
                        <a:t>Description</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Verdana" panose="020B0604030504040204"/>
                        <a:buNone/>
                      </a:pPr>
                      <a:r>
                        <a:rPr lang="en-US" sz="1800" u="none" strike="noStrike" cap="none"/>
                        <a:t>Journal</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Verdana" panose="020B0604030504040204"/>
                        <a:buNone/>
                      </a:pPr>
                      <a:r>
                        <a:rPr lang="en-US" sz="1800" u="none" strike="noStrike" cap="none"/>
                        <a:t>Volume/</a:t>
                      </a:r>
                      <a:endParaRPr sz="1800" u="none" strike="noStrike" cap="none"/>
                    </a:p>
                    <a:p>
                      <a:pPr marL="0" marR="0" lvl="0" indent="0" algn="l" rtl="0">
                        <a:spcBef>
                          <a:spcPts val="0"/>
                        </a:spcBef>
                        <a:spcAft>
                          <a:spcPts val="0"/>
                        </a:spcAft>
                        <a:buClr>
                          <a:schemeClr val="dk1"/>
                        </a:buClr>
                        <a:buSzPts val="1800"/>
                        <a:buFont typeface="Verdana" panose="020B0604030504040204"/>
                        <a:buNone/>
                      </a:pPr>
                      <a:r>
                        <a:rPr lang="en-US" sz="1800" u="none" strike="noStrike" cap="none"/>
                        <a:t>Year</a:t>
                      </a:r>
                      <a:endParaRPr sz="1800" u="none" strike="noStrike" cap="none"/>
                    </a:p>
                  </a:txBody>
                  <a:tcPr marL="91450" marR="91450" marT="45725" marB="45725"/>
                </a:tc>
                <a:extLst>
                  <a:ext uri="{0D108BD9-81ED-4DB2-BD59-A6C34878D82A}">
                    <a16:rowId xmlns:a16="http://schemas.microsoft.com/office/drawing/2014/main" val="10000"/>
                  </a:ext>
                </a:extLst>
              </a:tr>
              <a:tr h="1563000">
                <a:tc>
                  <a:txBody>
                    <a:bodyPr/>
                    <a:lstStyle/>
                    <a:p>
                      <a:pPr marL="0" marR="0" lvl="0" indent="0" algn="l" rtl="0">
                        <a:spcBef>
                          <a:spcPts val="0"/>
                        </a:spcBef>
                        <a:spcAft>
                          <a:spcPts val="0"/>
                        </a:spcAft>
                        <a:buClr>
                          <a:schemeClr val="dk1"/>
                        </a:buClr>
                        <a:buSzPts val="1800"/>
                        <a:buFont typeface="Verdana" panose="020B0604030504040204"/>
                        <a:buNone/>
                      </a:pPr>
                      <a:r>
                        <a:rPr lang="en-US" dirty="0">
                          <a:latin typeface="Arial" panose="020B0604020202020204"/>
                          <a:ea typeface="Arial" panose="020B0604020202020204"/>
                          <a:cs typeface="Arial" panose="020B0604020202020204"/>
                          <a:sym typeface="Arial" panose="020B0604020202020204"/>
                        </a:rPr>
                        <a:t>1.</a:t>
                      </a:r>
                      <a:endParaRPr u="none" strike="noStrike" cap="none" dirty="0">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algn="just">
                        <a:lnSpc>
                          <a:spcPct val="115000"/>
                        </a:lnSpc>
                        <a:spcAft>
                          <a:spcPts val="800"/>
                        </a:spcAft>
                      </a:pPr>
                      <a:r>
                        <a:rPr lang="en-IN" sz="1400" kern="0">
                          <a:effectLst/>
                          <a:latin typeface="Verdana" panose="020B0604030504040204" pitchFamily="34" charset="0"/>
                          <a:ea typeface="Verdana" panose="020B0604030504040204" pitchFamily="34" charset="0"/>
                          <a:cs typeface="Cordia New" panose="020B0304020202020204" pitchFamily="34" charset="-34"/>
                        </a:rPr>
                        <a:t>Ananya U., Shetty K. U., Shraddha H. M., Priya P., Dr. Joseph M. J. V.</a:t>
                      </a:r>
                      <a:endParaRPr lang="en-US" sz="1100" kern="10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US" sz="1400" kern="0">
                          <a:effectLst/>
                          <a:latin typeface="Verdana" panose="020B0604030504040204" pitchFamily="34" charset="0"/>
                          <a:ea typeface="Verdana" panose="020B0604030504040204" pitchFamily="34" charset="0"/>
                          <a:cs typeface="Cordia New" panose="020B0304020202020204" pitchFamily="34" charset="-34"/>
                        </a:rPr>
                        <a:t>Event Management System for Educational Institutions</a:t>
                      </a:r>
                      <a:endParaRPr lang="en-US" sz="1100" kern="10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IN" sz="1400" kern="0">
                          <a:effectLst/>
                          <a:latin typeface="Verdana" panose="020B0604030504040204" pitchFamily="34" charset="0"/>
                          <a:ea typeface="Verdana" panose="020B0604030504040204" pitchFamily="34" charset="0"/>
                          <a:cs typeface="Cordia New" panose="020B0304020202020204" pitchFamily="34" charset="-34"/>
                        </a:rPr>
                        <a:t>Web-based event management for institutions with event creation, tracking, and feedback.</a:t>
                      </a:r>
                      <a:endParaRPr lang="en-US" sz="1100" kern="10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US" sz="1400" kern="0">
                          <a:effectLst/>
                          <a:latin typeface="Verdana" panose="020B0604030504040204" pitchFamily="34" charset="0"/>
                          <a:ea typeface="Verdana" panose="020B0604030504040204" pitchFamily="34" charset="0"/>
                          <a:cs typeface="Cordia New" panose="020B0304020202020204" pitchFamily="34" charset="-34"/>
                        </a:rPr>
                        <a:t>International Journal of Creative Research Thoughts (IJCRT)</a:t>
                      </a:r>
                      <a:endParaRPr lang="en-US" sz="1100" kern="10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IN" sz="1400" kern="0" dirty="0">
                          <a:effectLst/>
                          <a:latin typeface="Verdana" panose="020B0604030504040204" pitchFamily="34" charset="0"/>
                          <a:ea typeface="Verdana" panose="020B0604030504040204" pitchFamily="34" charset="0"/>
                          <a:cs typeface="Cordia New" panose="020B0304020202020204" pitchFamily="34" charset="-34"/>
                        </a:rPr>
                        <a:t>2022</a:t>
                      </a:r>
                      <a:endParaRPr lang="en-US" sz="1100" kern="100" dirty="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10001"/>
                  </a:ext>
                </a:extLst>
              </a:tr>
              <a:tr h="1319850">
                <a:tc>
                  <a:txBody>
                    <a:bodyPr/>
                    <a:lstStyle/>
                    <a:p>
                      <a:pPr marL="0" marR="0" lvl="0" indent="0" algn="l" rtl="0">
                        <a:spcBef>
                          <a:spcPts val="0"/>
                        </a:spcBef>
                        <a:spcAft>
                          <a:spcPts val="0"/>
                        </a:spcAft>
                        <a:buClr>
                          <a:schemeClr val="dk1"/>
                        </a:buClr>
                        <a:buSzPts val="1800"/>
                        <a:buFont typeface="Verdana" panose="020B0604030504040204"/>
                        <a:buNone/>
                      </a:pPr>
                      <a:r>
                        <a:rPr lang="en-US" dirty="0">
                          <a:latin typeface="Arial" panose="020B0604020202020204"/>
                          <a:ea typeface="Arial" panose="020B0604020202020204"/>
                          <a:cs typeface="Arial" panose="020B0604020202020204"/>
                          <a:sym typeface="Arial" panose="020B0604020202020204"/>
                        </a:rPr>
                        <a:t>2.</a:t>
                      </a:r>
                      <a:endParaRPr u="none" strike="noStrike" cap="none" dirty="0">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algn="just">
                        <a:lnSpc>
                          <a:spcPct val="115000"/>
                        </a:lnSpc>
                        <a:spcAft>
                          <a:spcPts val="800"/>
                        </a:spcAft>
                      </a:pPr>
                      <a:r>
                        <a:rPr lang="en-US" sz="1400" kern="0" dirty="0">
                          <a:effectLst/>
                          <a:latin typeface="Verdana" panose="020B0604030504040204" pitchFamily="34" charset="0"/>
                          <a:ea typeface="Verdana" panose="020B0604030504040204" pitchFamily="34" charset="0"/>
                          <a:cs typeface="Cordia New" panose="020B0304020202020204" pitchFamily="34" charset="-34"/>
                        </a:rPr>
                        <a:t>Madhuri Dubey, Vinay Mishra, Priya </a:t>
                      </a:r>
                      <a:r>
                        <a:rPr lang="en-US" sz="1400" kern="0" dirty="0" err="1">
                          <a:effectLst/>
                          <a:latin typeface="Verdana" panose="020B0604030504040204" pitchFamily="34" charset="0"/>
                          <a:ea typeface="Verdana" panose="020B0604030504040204" pitchFamily="34" charset="0"/>
                          <a:cs typeface="Cordia New" panose="020B0304020202020204" pitchFamily="34" charset="-34"/>
                        </a:rPr>
                        <a:t>Banarjee</a:t>
                      </a:r>
                      <a:r>
                        <a:rPr lang="en-US" sz="1400" kern="0" dirty="0">
                          <a:effectLst/>
                          <a:latin typeface="Verdana" panose="020B0604030504040204" pitchFamily="34" charset="0"/>
                          <a:ea typeface="Verdana" panose="020B0604030504040204" pitchFamily="34" charset="0"/>
                          <a:cs typeface="Cordia New" panose="020B0304020202020204" pitchFamily="34" charset="-34"/>
                        </a:rPr>
                        <a:t>, </a:t>
                      </a:r>
                      <a:r>
                        <a:rPr lang="en-US" sz="1400" kern="0" dirty="0" err="1">
                          <a:effectLst/>
                          <a:latin typeface="Verdana" panose="020B0604030504040204" pitchFamily="34" charset="0"/>
                          <a:ea typeface="Verdana" panose="020B0604030504040204" pitchFamily="34" charset="0"/>
                          <a:cs typeface="Cordia New" panose="020B0304020202020204" pitchFamily="34" charset="-34"/>
                        </a:rPr>
                        <a:t>Ajvita</a:t>
                      </a:r>
                      <a:r>
                        <a:rPr lang="en-US" sz="1400" kern="0" dirty="0">
                          <a:effectLst/>
                          <a:latin typeface="Verdana" panose="020B0604030504040204" pitchFamily="34" charset="0"/>
                          <a:ea typeface="Verdana" panose="020B0604030504040204" pitchFamily="34" charset="0"/>
                          <a:cs typeface="Cordia New" panose="020B0304020202020204" pitchFamily="34" charset="-34"/>
                        </a:rPr>
                        <a:t> </a:t>
                      </a:r>
                      <a:r>
                        <a:rPr lang="en-US" sz="1400" kern="0" dirty="0" err="1">
                          <a:effectLst/>
                          <a:latin typeface="Verdana" panose="020B0604030504040204" pitchFamily="34" charset="0"/>
                          <a:ea typeface="Verdana" panose="020B0604030504040204" pitchFamily="34" charset="0"/>
                          <a:cs typeface="Cordia New" panose="020B0304020202020204" pitchFamily="34" charset="-34"/>
                        </a:rPr>
                        <a:t>Jumle</a:t>
                      </a:r>
                      <a:r>
                        <a:rPr lang="en-US" sz="1400" kern="0" dirty="0">
                          <a:effectLst/>
                          <a:latin typeface="Verdana" panose="020B0604030504040204" pitchFamily="34" charset="0"/>
                          <a:ea typeface="Verdana" panose="020B0604030504040204" pitchFamily="34" charset="0"/>
                          <a:cs typeface="Cordia New" panose="020B0304020202020204" pitchFamily="34" charset="-34"/>
                        </a:rPr>
                        <a:t>, Pallavi </a:t>
                      </a:r>
                      <a:r>
                        <a:rPr lang="en-US" sz="1400" kern="0" dirty="0" err="1">
                          <a:effectLst/>
                          <a:latin typeface="Verdana" panose="020B0604030504040204" pitchFamily="34" charset="0"/>
                          <a:ea typeface="Verdana" panose="020B0604030504040204" pitchFamily="34" charset="0"/>
                          <a:cs typeface="Cordia New" panose="020B0304020202020204" pitchFamily="34" charset="-34"/>
                        </a:rPr>
                        <a:t>Raipure</a:t>
                      </a:r>
                      <a:r>
                        <a:rPr lang="en-US" sz="1400" kern="0" dirty="0">
                          <a:effectLst/>
                          <a:latin typeface="Verdana" panose="020B0604030504040204" pitchFamily="34" charset="0"/>
                          <a:ea typeface="Verdana" panose="020B0604030504040204" pitchFamily="34" charset="0"/>
                          <a:cs typeface="Cordia New" panose="020B0304020202020204" pitchFamily="34" charset="-34"/>
                        </a:rPr>
                        <a:t>, Pooja Wankhede</a:t>
                      </a:r>
                      <a:endParaRPr lang="en-US" sz="1100" kern="100" dirty="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US" sz="1400" kern="0" dirty="0">
                          <a:effectLst/>
                          <a:latin typeface="Verdana" panose="020B0604030504040204" pitchFamily="34" charset="0"/>
                          <a:ea typeface="Verdana" panose="020B0604030504040204" pitchFamily="34" charset="0"/>
                          <a:cs typeface="Cordia New" panose="020B0304020202020204" pitchFamily="34" charset="-34"/>
                        </a:rPr>
                        <a:t>Event Management System</a:t>
                      </a:r>
                      <a:endParaRPr lang="en-US" sz="1100" kern="100" dirty="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IN" sz="1400" kern="0" dirty="0">
                          <a:effectLst/>
                          <a:latin typeface="Verdana" panose="020B0604030504040204" pitchFamily="34" charset="0"/>
                          <a:ea typeface="Verdana" panose="020B0604030504040204" pitchFamily="34" charset="0"/>
                          <a:cs typeface="Cordia New" panose="020B0304020202020204" pitchFamily="34" charset="-34"/>
                        </a:rPr>
                        <a:t>Online event management for booking, availability, and efficiency.</a:t>
                      </a:r>
                      <a:endParaRPr lang="en-US" sz="1100" kern="100" dirty="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US" sz="1400" kern="0" dirty="0">
                          <a:effectLst/>
                          <a:latin typeface="Verdana" panose="020B0604030504040204" pitchFamily="34" charset="0"/>
                          <a:ea typeface="Verdana" panose="020B0604030504040204" pitchFamily="34" charset="0"/>
                          <a:cs typeface="Cordia New" panose="020B0304020202020204" pitchFamily="34" charset="-34"/>
                        </a:rPr>
                        <a:t>International Journal of Trend in Research and Development (IJTRD)</a:t>
                      </a:r>
                      <a:endParaRPr lang="en-US" sz="1100" kern="100" dirty="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IN" sz="1400" kern="0" dirty="0">
                          <a:effectLst/>
                          <a:latin typeface="Verdana" panose="020B0604030504040204" pitchFamily="34" charset="0"/>
                          <a:ea typeface="Verdana" panose="020B0604030504040204" pitchFamily="34" charset="0"/>
                          <a:cs typeface="Cordia New" panose="020B0304020202020204" pitchFamily="34" charset="-34"/>
                        </a:rPr>
                        <a:t>2016</a:t>
                      </a:r>
                      <a:endParaRPr lang="en-US" sz="1100" kern="100" dirty="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10002"/>
                  </a:ext>
                </a:extLst>
              </a:tr>
            </a:tbl>
          </a:graphicData>
        </a:graphic>
      </p:graphicFrame>
      <p:sp>
        <p:nvSpPr>
          <p:cNvPr id="146" name="Google Shape;146;g2f5c24c2964_0_9"/>
          <p:cNvSpPr txBox="1">
            <a:spLocks noGrp="1"/>
          </p:cNvSpPr>
          <p:nvPr>
            <p:ph type="dt" idx="10"/>
          </p:nvPr>
        </p:nvSpPr>
        <p:spPr>
          <a:xfrm>
            <a:off x="812800" y="6242263"/>
            <a:ext cx="2641500" cy="407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147" name="Google Shape;147;g2f5c24c2964_0_9"/>
          <p:cNvSpPr txBox="1">
            <a:spLocks noGrp="1"/>
          </p:cNvSpPr>
          <p:nvPr>
            <p:ph type="ftr" idx="11"/>
          </p:nvPr>
        </p:nvSpPr>
        <p:spPr>
          <a:xfrm>
            <a:off x="4165600" y="6242263"/>
            <a:ext cx="3860700" cy="476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2" name="Google Shape;101;p2">
            <a:extLst>
              <a:ext uri="{FF2B5EF4-FFF2-40B4-BE49-F238E27FC236}">
                <a16:creationId xmlns:a16="http://schemas.microsoft.com/office/drawing/2014/main" id="{73B7EF0D-5B09-EE4F-8BEC-2A104A8DA1C6}"/>
              </a:ext>
            </a:extLst>
          </p:cNvPr>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3200" b="1" dirty="0">
                <a:effectLst/>
                <a:latin typeface="Verdana" panose="020B0604030504040204" pitchFamily="34" charset="0"/>
                <a:ea typeface="Verdana" panose="020B0604030504040204" pitchFamily="34" charset="0"/>
              </a:rPr>
              <a:t>LITERATURE REVIEW</a:t>
            </a:r>
            <a:endParaRPr sz="3200" dirty="0">
              <a:solidFill>
                <a:schemeClr val="dk1"/>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3" name="Google Shape;133;p5">
            <a:extLst>
              <a:ext uri="{FF2B5EF4-FFF2-40B4-BE49-F238E27FC236}">
                <a16:creationId xmlns:a16="http://schemas.microsoft.com/office/drawing/2014/main" id="{B334B5EC-2D40-2DCD-FC5E-514F6C895504}"/>
              </a:ext>
            </a:extLst>
          </p:cNvPr>
          <p:cNvSpPr txBox="1">
            <a:spLocks noGrp="1"/>
          </p:cNvSpPr>
          <p:nvPr>
            <p:ph type="sldNum" idx="12"/>
          </p:nvPr>
        </p:nvSpPr>
        <p:spPr>
          <a:xfrm>
            <a:off x="8737600" y="6253934"/>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F0C09F70-89B2-9BF1-74BE-611774BF5F06}"/>
            </a:ext>
          </a:extLst>
        </p:cNvPr>
        <p:cNvGrpSpPr/>
        <p:nvPr/>
      </p:nvGrpSpPr>
      <p:grpSpPr>
        <a:xfrm>
          <a:off x="0" y="0"/>
          <a:ext cx="0" cy="0"/>
          <a:chOff x="0" y="0"/>
          <a:chExt cx="0" cy="0"/>
        </a:xfrm>
      </p:grpSpPr>
      <p:graphicFrame>
        <p:nvGraphicFramePr>
          <p:cNvPr id="145" name="Google Shape;145;g2f5c24c2964_0_9">
            <a:extLst>
              <a:ext uri="{FF2B5EF4-FFF2-40B4-BE49-F238E27FC236}">
                <a16:creationId xmlns:a16="http://schemas.microsoft.com/office/drawing/2014/main" id="{0FA936E2-8B9B-D009-A2CE-2DEC28C5ADC0}"/>
              </a:ext>
            </a:extLst>
          </p:cNvPr>
          <p:cNvGraphicFramePr/>
          <p:nvPr>
            <p:extLst>
              <p:ext uri="{D42A27DB-BD31-4B8C-83A1-F6EECF244321}">
                <p14:modId xmlns:p14="http://schemas.microsoft.com/office/powerpoint/2010/main" val="2631883208"/>
              </p:ext>
            </p:extLst>
          </p:nvPr>
        </p:nvGraphicFramePr>
        <p:xfrm>
          <a:off x="495700" y="1930708"/>
          <a:ext cx="11200600" cy="3782114"/>
        </p:xfrm>
        <a:graphic>
          <a:graphicData uri="http://schemas.openxmlformats.org/drawingml/2006/table">
            <a:tbl>
              <a:tblPr firstRow="1" bandRow="1">
                <a:noFill/>
                <a:tableStyleId>{8A857C73-906B-4A22-9E47-D3EEB6A62BA1}</a:tableStyleId>
              </a:tblPr>
              <a:tblGrid>
                <a:gridCol w="785950">
                  <a:extLst>
                    <a:ext uri="{9D8B030D-6E8A-4147-A177-3AD203B41FA5}">
                      <a16:colId xmlns:a16="http://schemas.microsoft.com/office/drawing/2014/main" val="20000"/>
                    </a:ext>
                  </a:extLst>
                </a:gridCol>
                <a:gridCol w="2243225">
                  <a:extLst>
                    <a:ext uri="{9D8B030D-6E8A-4147-A177-3AD203B41FA5}">
                      <a16:colId xmlns:a16="http://schemas.microsoft.com/office/drawing/2014/main" val="20001"/>
                    </a:ext>
                  </a:extLst>
                </a:gridCol>
                <a:gridCol w="2130625">
                  <a:extLst>
                    <a:ext uri="{9D8B030D-6E8A-4147-A177-3AD203B41FA5}">
                      <a16:colId xmlns:a16="http://schemas.microsoft.com/office/drawing/2014/main" val="20002"/>
                    </a:ext>
                  </a:extLst>
                </a:gridCol>
                <a:gridCol w="2604375">
                  <a:extLst>
                    <a:ext uri="{9D8B030D-6E8A-4147-A177-3AD203B41FA5}">
                      <a16:colId xmlns:a16="http://schemas.microsoft.com/office/drawing/2014/main" val="20003"/>
                    </a:ext>
                  </a:extLst>
                </a:gridCol>
                <a:gridCol w="1921200">
                  <a:extLst>
                    <a:ext uri="{9D8B030D-6E8A-4147-A177-3AD203B41FA5}">
                      <a16:colId xmlns:a16="http://schemas.microsoft.com/office/drawing/2014/main" val="20004"/>
                    </a:ext>
                  </a:extLst>
                </a:gridCol>
                <a:gridCol w="1515225">
                  <a:extLst>
                    <a:ext uri="{9D8B030D-6E8A-4147-A177-3AD203B41FA5}">
                      <a16:colId xmlns:a16="http://schemas.microsoft.com/office/drawing/2014/main" val="20005"/>
                    </a:ext>
                  </a:extLst>
                </a:gridCol>
              </a:tblGrid>
              <a:tr h="893450">
                <a:tc>
                  <a:txBody>
                    <a:bodyPr/>
                    <a:lstStyle/>
                    <a:p>
                      <a:pPr marL="0" marR="0" lvl="0" indent="0" algn="l" rtl="0">
                        <a:spcBef>
                          <a:spcPts val="0"/>
                        </a:spcBef>
                        <a:spcAft>
                          <a:spcPts val="0"/>
                        </a:spcAft>
                        <a:buClr>
                          <a:schemeClr val="dk1"/>
                        </a:buClr>
                        <a:buSzPts val="1800"/>
                        <a:buFont typeface="Verdana" panose="020B0604030504040204"/>
                        <a:buNone/>
                      </a:pPr>
                      <a:r>
                        <a:rPr lang="en-US" sz="1800" u="none" strike="noStrike" cap="none"/>
                        <a:t>S.No</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Verdana" panose="020B0604030504040204"/>
                        <a:buNone/>
                      </a:pPr>
                      <a:r>
                        <a:rPr lang="en-US" sz="1800" u="none" strike="noStrike" cap="none"/>
                        <a:t>Author Name</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Verdana" panose="020B0604030504040204"/>
                        <a:buNone/>
                      </a:pPr>
                      <a:r>
                        <a:rPr lang="en-US" sz="1800" u="none" strike="noStrike" cap="none"/>
                        <a:t>Paper Title</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Verdana" panose="020B0604030504040204"/>
                        <a:buNone/>
                      </a:pPr>
                      <a:r>
                        <a:rPr lang="en-US" sz="1800" u="none" strike="noStrike" cap="none"/>
                        <a:t>Description</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Verdana" panose="020B0604030504040204"/>
                        <a:buNone/>
                      </a:pPr>
                      <a:r>
                        <a:rPr lang="en-US" sz="1800" u="none" strike="noStrike" cap="none"/>
                        <a:t>Journal</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Verdana" panose="020B0604030504040204"/>
                        <a:buNone/>
                      </a:pPr>
                      <a:r>
                        <a:rPr lang="en-US" sz="1800" u="none" strike="noStrike" cap="none"/>
                        <a:t>Volume/</a:t>
                      </a:r>
                      <a:endParaRPr sz="1800" u="none" strike="noStrike" cap="none"/>
                    </a:p>
                    <a:p>
                      <a:pPr marL="0" marR="0" lvl="0" indent="0" algn="l" rtl="0">
                        <a:spcBef>
                          <a:spcPts val="0"/>
                        </a:spcBef>
                        <a:spcAft>
                          <a:spcPts val="0"/>
                        </a:spcAft>
                        <a:buClr>
                          <a:schemeClr val="dk1"/>
                        </a:buClr>
                        <a:buSzPts val="1800"/>
                        <a:buFont typeface="Verdana" panose="020B0604030504040204"/>
                        <a:buNone/>
                      </a:pPr>
                      <a:r>
                        <a:rPr lang="en-US" sz="1800" u="none" strike="noStrike" cap="none"/>
                        <a:t>Year</a:t>
                      </a:r>
                      <a:endParaRPr sz="1800" u="none" strike="noStrike" cap="none"/>
                    </a:p>
                  </a:txBody>
                  <a:tcPr marL="91450" marR="91450" marT="45725" marB="45725"/>
                </a:tc>
                <a:extLst>
                  <a:ext uri="{0D108BD9-81ED-4DB2-BD59-A6C34878D82A}">
                    <a16:rowId xmlns:a16="http://schemas.microsoft.com/office/drawing/2014/main" val="10000"/>
                  </a:ext>
                </a:extLst>
              </a:tr>
              <a:tr h="1563000">
                <a:tc>
                  <a:txBody>
                    <a:bodyPr/>
                    <a:lstStyle/>
                    <a:p>
                      <a:pPr marL="0" marR="0" lvl="0" indent="0" algn="l" rtl="0">
                        <a:spcBef>
                          <a:spcPts val="0"/>
                        </a:spcBef>
                        <a:spcAft>
                          <a:spcPts val="0"/>
                        </a:spcAft>
                        <a:buClr>
                          <a:schemeClr val="dk1"/>
                        </a:buClr>
                        <a:buSzPts val="1800"/>
                        <a:buFont typeface="Verdana" panose="020B0604030504040204"/>
                        <a:buNone/>
                      </a:pPr>
                      <a:r>
                        <a:rPr lang="en-US">
                          <a:latin typeface="Arial" panose="020B0604020202020204"/>
                          <a:ea typeface="Arial" panose="020B0604020202020204"/>
                          <a:cs typeface="Arial" panose="020B0604020202020204"/>
                          <a:sym typeface="Arial" panose="020B0604020202020204"/>
                        </a:rPr>
                        <a:t>4.</a:t>
                      </a:r>
                      <a:endParaRPr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algn="just">
                        <a:lnSpc>
                          <a:spcPct val="115000"/>
                        </a:lnSpc>
                        <a:spcAft>
                          <a:spcPts val="800"/>
                        </a:spcAft>
                      </a:pPr>
                      <a:r>
                        <a:rPr lang="en-IN" sz="1400" kern="0">
                          <a:effectLst/>
                          <a:latin typeface="Verdana" panose="020B0604030504040204" pitchFamily="34" charset="0"/>
                          <a:ea typeface="Verdana" panose="020B0604030504040204" pitchFamily="34" charset="0"/>
                          <a:cs typeface="Cordia New" panose="020B0304020202020204" pitchFamily="34" charset="-34"/>
                        </a:rPr>
                        <a:t>MohanaS., Mr.P.Anbumani</a:t>
                      </a:r>
                      <a:endParaRPr lang="en-US" sz="1100" kern="10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IN" sz="1400" kern="0">
                          <a:effectLst/>
                          <a:latin typeface="Verdana" panose="020B0604030504040204" pitchFamily="34" charset="0"/>
                          <a:ea typeface="Verdana" panose="020B0604030504040204" pitchFamily="34" charset="0"/>
                          <a:cs typeface="Cordia New" panose="020B0304020202020204" pitchFamily="34" charset="-34"/>
                        </a:rPr>
                        <a:t>Online Event Management System</a:t>
                      </a:r>
                      <a:endParaRPr lang="en-US" sz="1100" kern="10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nSpc>
                          <a:spcPct val="107000"/>
                        </a:lnSpc>
                        <a:spcAft>
                          <a:spcPts val="800"/>
                        </a:spcAft>
                      </a:pPr>
                      <a:r>
                        <a:rPr lang="en-IN" sz="1400" kern="0">
                          <a:effectLst/>
                          <a:latin typeface="Verdana" panose="020B0604030504040204" pitchFamily="34" charset="0"/>
                          <a:ea typeface="Verdana" panose="020B0604030504040204" pitchFamily="34" charset="0"/>
                          <a:cs typeface="Cordia New" panose="020B0304020202020204" pitchFamily="34" charset="-34"/>
                        </a:rPr>
                        <a:t>Design of a digital platform for online event management.</a:t>
                      </a:r>
                      <a:endParaRPr lang="en-US" sz="1100" kern="10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IN" sz="1400" kern="0">
                          <a:effectLst/>
                          <a:latin typeface="Verdana" panose="020B0604030504040204" pitchFamily="34" charset="0"/>
                          <a:ea typeface="Verdana" panose="020B0604030504040204" pitchFamily="34" charset="0"/>
                          <a:cs typeface="Cordia New" panose="020B0304020202020204" pitchFamily="34" charset="-34"/>
                        </a:rPr>
                        <a:t>International Journal of Research Publication and Reviews</a:t>
                      </a:r>
                      <a:endParaRPr lang="en-US" sz="1100" kern="10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IN" sz="1400" kern="0" dirty="0">
                          <a:effectLst/>
                          <a:latin typeface="Verdana" panose="020B0604030504040204" pitchFamily="34" charset="0"/>
                          <a:ea typeface="Verdana" panose="020B0604030504040204" pitchFamily="34" charset="0"/>
                          <a:cs typeface="Cordia New" panose="020B0304020202020204" pitchFamily="34" charset="-34"/>
                        </a:rPr>
                        <a:t>2022</a:t>
                      </a:r>
                      <a:endParaRPr lang="en-US" sz="1100" kern="100" dirty="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10001"/>
                  </a:ext>
                </a:extLst>
              </a:tr>
              <a:tr h="1325664">
                <a:tc>
                  <a:txBody>
                    <a:bodyPr/>
                    <a:lstStyle/>
                    <a:p>
                      <a:pPr marL="0" marR="0" lvl="0" indent="0" algn="l" rtl="0">
                        <a:spcBef>
                          <a:spcPts val="0"/>
                        </a:spcBef>
                        <a:spcAft>
                          <a:spcPts val="0"/>
                        </a:spcAft>
                        <a:buClr>
                          <a:schemeClr val="dk1"/>
                        </a:buClr>
                        <a:buSzPts val="1800"/>
                        <a:buFont typeface="Verdana" panose="020B0604030504040204"/>
                        <a:buNone/>
                      </a:pPr>
                      <a:r>
                        <a:rPr lang="en-US">
                          <a:latin typeface="Arial" panose="020B0604020202020204"/>
                          <a:ea typeface="Arial" panose="020B0604020202020204"/>
                          <a:cs typeface="Arial" panose="020B0604020202020204"/>
                          <a:sym typeface="Arial" panose="020B0604020202020204"/>
                        </a:rPr>
                        <a:t>5.</a:t>
                      </a:r>
                      <a:endParaRPr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algn="just">
                        <a:lnSpc>
                          <a:spcPct val="115000"/>
                        </a:lnSpc>
                        <a:spcAft>
                          <a:spcPts val="800"/>
                        </a:spcAft>
                      </a:pPr>
                      <a:r>
                        <a:rPr lang="en-IN" sz="1400" kern="0">
                          <a:effectLst/>
                          <a:latin typeface="Verdana" panose="020B0604030504040204" pitchFamily="34" charset="0"/>
                          <a:ea typeface="Verdana" panose="020B0604030504040204" pitchFamily="34" charset="0"/>
                          <a:cs typeface="Cordia New" panose="020B0304020202020204" pitchFamily="34" charset="-34"/>
                        </a:rPr>
                        <a:t>Drahsti Amrish Shah, Hemalata Vasudavan, Nurul Farhaini Razali</a:t>
                      </a:r>
                      <a:endParaRPr lang="en-US" sz="1100" kern="10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IN" sz="1400" kern="0">
                          <a:effectLst/>
                          <a:latin typeface="Verdana" panose="020B0604030504040204" pitchFamily="34" charset="0"/>
                          <a:ea typeface="Verdana" panose="020B0604030504040204" pitchFamily="34" charset="0"/>
                          <a:cs typeface="Cordia New" panose="020B0304020202020204" pitchFamily="34" charset="-34"/>
                        </a:rPr>
                        <a:t>Event Management Systems (EMS)</a:t>
                      </a:r>
                      <a:endParaRPr lang="en-US" sz="1100" kern="10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IN" sz="1400" kern="0">
                          <a:effectLst/>
                          <a:latin typeface="Verdana" panose="020B0604030504040204" pitchFamily="34" charset="0"/>
                          <a:ea typeface="Verdana" panose="020B0604030504040204" pitchFamily="34" charset="0"/>
                          <a:cs typeface="Cordia New" panose="020B0304020202020204" pitchFamily="34" charset="-34"/>
                        </a:rPr>
                        <a:t>Web-based application for event management development and implementation.</a:t>
                      </a:r>
                      <a:endParaRPr lang="en-US" sz="1100" kern="10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IN" sz="1400" kern="0">
                          <a:effectLst/>
                          <a:latin typeface="Verdana" panose="020B0604030504040204" pitchFamily="34" charset="0"/>
                          <a:ea typeface="Verdana" panose="020B0604030504040204" pitchFamily="34" charset="0"/>
                          <a:cs typeface="Cordia New" panose="020B0304020202020204" pitchFamily="34" charset="-34"/>
                        </a:rPr>
                        <a:t>Journal of Applied Technology and Innovation</a:t>
                      </a:r>
                      <a:endParaRPr lang="en-US" sz="1100" kern="10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tc>
                  <a:txBody>
                    <a:bodyPr/>
                    <a:lstStyle/>
                    <a:p>
                      <a:pPr marL="0" marR="0" algn="just">
                        <a:lnSpc>
                          <a:spcPct val="115000"/>
                        </a:lnSpc>
                        <a:spcAft>
                          <a:spcPts val="800"/>
                        </a:spcAft>
                      </a:pPr>
                      <a:r>
                        <a:rPr lang="en-IN" sz="1400" kern="0" dirty="0">
                          <a:effectLst/>
                          <a:latin typeface="Verdana" panose="020B0604030504040204" pitchFamily="34" charset="0"/>
                          <a:ea typeface="Verdana" panose="020B0604030504040204" pitchFamily="34" charset="0"/>
                          <a:cs typeface="Cordia New" panose="020B0304020202020204" pitchFamily="34" charset="-34"/>
                        </a:rPr>
                        <a:t>2023</a:t>
                      </a:r>
                      <a:endParaRPr lang="en-US" sz="1100" kern="100" dirty="0">
                        <a:effectLst/>
                        <a:latin typeface="Verdana" panose="020B0604030504040204" pitchFamily="34" charset="0"/>
                        <a:ea typeface="Verdana" panose="020B060403050404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10002"/>
                  </a:ext>
                </a:extLst>
              </a:tr>
            </a:tbl>
          </a:graphicData>
        </a:graphic>
      </p:graphicFrame>
      <p:sp>
        <p:nvSpPr>
          <p:cNvPr id="146" name="Google Shape;146;g2f5c24c2964_0_9">
            <a:extLst>
              <a:ext uri="{FF2B5EF4-FFF2-40B4-BE49-F238E27FC236}">
                <a16:creationId xmlns:a16="http://schemas.microsoft.com/office/drawing/2014/main" id="{605202B0-9143-523B-9151-2FF1F57FE43A}"/>
              </a:ext>
            </a:extLst>
          </p:cNvPr>
          <p:cNvSpPr txBox="1">
            <a:spLocks noGrp="1"/>
          </p:cNvSpPr>
          <p:nvPr>
            <p:ph type="dt" idx="10"/>
          </p:nvPr>
        </p:nvSpPr>
        <p:spPr>
          <a:xfrm>
            <a:off x="812800" y="6245075"/>
            <a:ext cx="2641500" cy="407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147" name="Google Shape;147;g2f5c24c2964_0_9">
            <a:extLst>
              <a:ext uri="{FF2B5EF4-FFF2-40B4-BE49-F238E27FC236}">
                <a16:creationId xmlns:a16="http://schemas.microsoft.com/office/drawing/2014/main" id="{79A92A35-8831-B933-2DBD-1AE9C8C6C824}"/>
              </a:ext>
            </a:extLst>
          </p:cNvPr>
          <p:cNvSpPr txBox="1">
            <a:spLocks noGrp="1"/>
          </p:cNvSpPr>
          <p:nvPr>
            <p:ph type="ftr" idx="11"/>
          </p:nvPr>
        </p:nvSpPr>
        <p:spPr>
          <a:xfrm>
            <a:off x="4165600" y="6245150"/>
            <a:ext cx="3860700" cy="476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Department of Artificial Intelligence and Data Science</a:t>
            </a:r>
          </a:p>
        </p:txBody>
      </p:sp>
      <p:sp>
        <p:nvSpPr>
          <p:cNvPr id="2" name="Google Shape;101;p2">
            <a:extLst>
              <a:ext uri="{FF2B5EF4-FFF2-40B4-BE49-F238E27FC236}">
                <a16:creationId xmlns:a16="http://schemas.microsoft.com/office/drawing/2014/main" id="{0374315F-C342-9C4F-26C7-B64FB990E976}"/>
              </a:ext>
            </a:extLst>
          </p:cNvPr>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3200" b="1" dirty="0">
                <a:effectLst/>
                <a:latin typeface="Verdana" panose="020B0604030504040204" pitchFamily="34" charset="0"/>
                <a:ea typeface="Verdana" panose="020B0604030504040204" pitchFamily="34" charset="0"/>
              </a:rPr>
              <a:t>LITERATURE REVIEW</a:t>
            </a:r>
            <a:endParaRPr sz="3200" dirty="0">
              <a:solidFill>
                <a:schemeClr val="dk1"/>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3" name="Google Shape;133;p5">
            <a:extLst>
              <a:ext uri="{FF2B5EF4-FFF2-40B4-BE49-F238E27FC236}">
                <a16:creationId xmlns:a16="http://schemas.microsoft.com/office/drawing/2014/main" id="{922103FB-FA65-E21D-702F-98416E23726C}"/>
              </a:ext>
            </a:extLst>
          </p:cNvPr>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lang="en-US"/>
          </a:p>
        </p:txBody>
      </p:sp>
    </p:spTree>
    <p:extLst>
      <p:ext uri="{BB962C8B-B14F-4D97-AF65-F5344CB8AC3E}">
        <p14:creationId xmlns:p14="http://schemas.microsoft.com/office/powerpoint/2010/main" val="905273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tile tx="0" ty="0" sx="100000" sy="100000" flip="none" algn="tl"/>
        </a:blipFill>
        <a:effectLst/>
      </p:bgPr>
    </p:bg>
    <p:spTree>
      <p:nvGrpSpPr>
        <p:cNvPr id="1" name="Shape 151"/>
        <p:cNvGrpSpPr/>
        <p:nvPr/>
      </p:nvGrpSpPr>
      <p:grpSpPr>
        <a:xfrm>
          <a:off x="0" y="0"/>
          <a:ext cx="0" cy="0"/>
          <a:chOff x="0" y="0"/>
          <a:chExt cx="0" cy="0"/>
        </a:xfrm>
      </p:grpSpPr>
      <p:sp>
        <p:nvSpPr>
          <p:cNvPr id="152" name="Google Shape;152;p7"/>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200" b="1" dirty="0"/>
              <a:t>Existing System</a:t>
            </a:r>
            <a:endParaRPr sz="3200" b="1" dirty="0"/>
          </a:p>
        </p:txBody>
      </p:sp>
      <p:sp>
        <p:nvSpPr>
          <p:cNvPr id="153" name="Google Shape;153;p7"/>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lvl="0">
              <a:buClr>
                <a:schemeClr val="tx1"/>
              </a:buClr>
              <a:buFont typeface="Verdana" panose="020B0604030504040204" pitchFamily="34" charset="0"/>
              <a:buChar char="●"/>
              <a:defRPr/>
            </a:pPr>
            <a:r>
              <a:rPr lang="en-US" sz="2400" dirty="0">
                <a:latin typeface="Times New Roman" panose="02020603050405020304" pitchFamily="18" charset="0"/>
                <a:cs typeface="Times New Roman" panose="02020603050405020304" pitchFamily="18" charset="0"/>
              </a:rPr>
              <a:t>Event Management System is a </a:t>
            </a:r>
            <a:r>
              <a:rPr lang="en-US" sz="2400" dirty="0">
                <a:solidFill>
                  <a:schemeClr val="accent6">
                    <a:lumMod val="60000"/>
                    <a:lumOff val="40000"/>
                  </a:schemeClr>
                </a:solidFill>
                <a:latin typeface="Times New Roman" panose="02020603050405020304" pitchFamily="18" charset="0"/>
                <a:cs typeface="Times New Roman" panose="02020603050405020304" pitchFamily="18" charset="0"/>
              </a:rPr>
              <a:t>Java-based web application</a:t>
            </a:r>
            <a:r>
              <a:rPr lang="en-US" sz="2400" dirty="0">
                <a:solidFill>
                  <a:schemeClr val="accent2"/>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that allows users to view, book, and organize events. It supports three main user roles: administrators, event organizers, and customers.</a:t>
            </a:r>
          </a:p>
          <a:p>
            <a:pPr lvl="0">
              <a:buClr>
                <a:schemeClr val="tx1"/>
              </a:buClr>
              <a:buFont typeface="Verdana" panose="020B0604030504040204" pitchFamily="34" charset="0"/>
              <a:buChar char="●"/>
              <a:defRPr/>
            </a:pPr>
            <a:r>
              <a:rPr lang="en-US" sz="2400" dirty="0">
                <a:latin typeface="Times New Roman" panose="02020603050405020304" pitchFamily="18" charset="0"/>
                <a:cs typeface="Times New Roman" panose="02020603050405020304" pitchFamily="18" charset="0"/>
              </a:rPr>
              <a:t>The application is built using </a:t>
            </a:r>
            <a:r>
              <a:rPr lang="en-US" sz="2400" dirty="0">
                <a:solidFill>
                  <a:srgbClr val="FF0000"/>
                </a:solidFill>
                <a:latin typeface="Times New Roman" panose="02020603050405020304" pitchFamily="18" charset="0"/>
                <a:cs typeface="Times New Roman" panose="02020603050405020304" pitchFamily="18" charset="0"/>
              </a:rPr>
              <a:t>HTML</a:t>
            </a:r>
            <a:r>
              <a:rPr lang="en-US" sz="2400" dirty="0">
                <a:latin typeface="Times New Roman" panose="02020603050405020304" pitchFamily="18" charset="0"/>
                <a:cs typeface="Times New Roman" panose="02020603050405020304" pitchFamily="18" charset="0"/>
              </a:rPr>
              <a:t>,</a:t>
            </a:r>
            <a:r>
              <a:rPr lang="en-US" sz="2400" dirty="0">
                <a:solidFill>
                  <a:srgbClr val="FF0000"/>
                </a:solidFill>
                <a:latin typeface="Times New Roman" panose="02020603050405020304" pitchFamily="18" charset="0"/>
                <a:cs typeface="Times New Roman" panose="02020603050405020304" pitchFamily="18" charset="0"/>
              </a:rPr>
              <a:t> CSS</a:t>
            </a:r>
            <a:r>
              <a:rPr lang="en-US" sz="2400" dirty="0">
                <a:latin typeface="Times New Roman" panose="02020603050405020304" pitchFamily="18" charset="0"/>
                <a:cs typeface="Times New Roman" panose="02020603050405020304" pitchFamily="18" charset="0"/>
              </a:rPr>
              <a:t>, and Bootstrap for the front end, while Java with the Spring MVC framework powers the backend. </a:t>
            </a:r>
            <a:r>
              <a:rPr lang="en-US" sz="2400" dirty="0">
                <a:solidFill>
                  <a:schemeClr val="accent2"/>
                </a:solidFill>
                <a:latin typeface="Times New Roman" panose="02020603050405020304" pitchFamily="18" charset="0"/>
                <a:cs typeface="Times New Roman" panose="02020603050405020304" pitchFamily="18" charset="0"/>
              </a:rPr>
              <a:t>MySQL</a:t>
            </a:r>
            <a:r>
              <a:rPr lang="en-US" sz="2400" dirty="0">
                <a:latin typeface="Times New Roman" panose="02020603050405020304" pitchFamily="18" charset="0"/>
                <a:cs typeface="Times New Roman" panose="02020603050405020304" pitchFamily="18" charset="0"/>
              </a:rPr>
              <a:t> is used for storing all the information related to users, events, and bookings.</a:t>
            </a:r>
          </a:p>
          <a:p>
            <a:pPr lvl="0">
              <a:buClr>
                <a:schemeClr val="tx1"/>
              </a:buClr>
              <a:buFont typeface="Verdana" panose="020B0604030504040204" pitchFamily="34" charset="0"/>
              <a:buChar char="●"/>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This system is</a:t>
            </a:r>
            <a:r>
              <a:rPr kumimoji="0" lang="en-US" altLang="en-US" sz="2400" b="0" i="0" u="none" strike="noStrike" kern="0" cap="none" spc="0" normalizeH="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0" cap="none" spc="0" normalizeH="0" noProof="0" dirty="0">
                <a:ln>
                  <a:noFill/>
                </a:ln>
                <a:solidFill>
                  <a:srgbClr val="FF0000"/>
                </a:solidFill>
                <a:effectLst/>
                <a:uLnTx/>
                <a:uFillTx/>
                <a:latin typeface="Times New Roman" panose="02020603050405020304" pitchFamily="18" charset="0"/>
                <a:cs typeface="Times New Roman" panose="02020603050405020304" pitchFamily="18" charset="0"/>
              </a:rPr>
              <a:t>not a automated system </a:t>
            </a:r>
            <a:r>
              <a:rPr kumimoji="0" lang="en-US" altLang="en-US" sz="2400" b="0" i="0" u="none" strike="noStrike" kern="0" cap="none" spc="0" normalizeH="0" noProof="0" dirty="0">
                <a:ln>
                  <a:noFill/>
                </a:ln>
                <a:solidFill>
                  <a:srgbClr val="000000"/>
                </a:solidFill>
                <a:effectLst/>
                <a:uLnTx/>
                <a:uFillTx/>
                <a:latin typeface="Times New Roman" panose="02020603050405020304" pitchFamily="18" charset="0"/>
                <a:cs typeface="Times New Roman" panose="02020603050405020304" pitchFamily="18" charset="0"/>
              </a:rPr>
              <a:t>it is full manual</a:t>
            </a:r>
            <a:endParaRPr sz="2400" dirty="0">
              <a:latin typeface="Arial" panose="020B0604020202020204"/>
              <a:ea typeface="Arial" panose="020B0604020202020204"/>
              <a:cs typeface="Arial" panose="020B0604020202020204"/>
              <a:sym typeface="Arial" panose="020B0604020202020204"/>
            </a:endParaRPr>
          </a:p>
        </p:txBody>
      </p:sp>
      <p:sp>
        <p:nvSpPr>
          <p:cNvPr id="154" name="Google Shape;154;p7"/>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155" name="Google Shape;155;p7"/>
          <p:cNvSpPr txBox="1">
            <a:spLocks noGrp="1"/>
          </p:cNvSpPr>
          <p:nvPr>
            <p:ph type="ftr" idx="11"/>
          </p:nvPr>
        </p:nvSpPr>
        <p:spPr>
          <a:xfrm>
            <a:off x="4159251"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Department of Artificial Intelligence and Data Science</a:t>
            </a:r>
          </a:p>
        </p:txBody>
      </p:sp>
      <p:sp>
        <p:nvSpPr>
          <p:cNvPr id="156" name="Google Shape;156;p7"/>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8"/>
          <p:cNvSpPr txBox="1">
            <a:spLocks noGrp="1"/>
          </p:cNvSpPr>
          <p:nvPr>
            <p:ph type="title"/>
          </p:nvPr>
        </p:nvSpPr>
        <p:spPr>
          <a:xfrm>
            <a:off x="766233" y="304801"/>
            <a:ext cx="10668000" cy="1215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altLang="en-US" sz="3200" b="1" dirty="0">
                <a:solidFill>
                  <a:schemeClr val="tx1"/>
                </a:solidFill>
              </a:rPr>
              <a:t>Advantages and Disadvantages of Existing System</a:t>
            </a:r>
            <a:endParaRPr sz="3200" b="1" dirty="0"/>
          </a:p>
        </p:txBody>
      </p:sp>
      <p:sp>
        <p:nvSpPr>
          <p:cNvPr id="163" name="Google Shape;163;p8"/>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164" name="Google Shape;164;p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165" name="Google Shape;165;p8"/>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lang="en-US"/>
          </a:p>
        </p:txBody>
      </p:sp>
      <p:sp>
        <p:nvSpPr>
          <p:cNvPr id="2" name="Content Placeholder 2">
            <a:extLst>
              <a:ext uri="{FF2B5EF4-FFF2-40B4-BE49-F238E27FC236}">
                <a16:creationId xmlns:a16="http://schemas.microsoft.com/office/drawing/2014/main" id="{5B1F005D-66C6-4EBB-7C9D-D6C2B10DC8AA}"/>
              </a:ext>
            </a:extLst>
          </p:cNvPr>
          <p:cNvSpPr txBox="1">
            <a:spLocks/>
          </p:cNvSpPr>
          <p:nvPr/>
        </p:nvSpPr>
        <p:spPr>
          <a:xfrm>
            <a:off x="755651" y="1752600"/>
            <a:ext cx="5440963" cy="42672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accent2"/>
              </a:buClr>
              <a:buSzPts val="1800"/>
              <a:buFont typeface="Noto Sans Symbols"/>
              <a:buChar char="□"/>
              <a:defRPr sz="3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42900" algn="l" rtl="0">
              <a:lnSpc>
                <a:spcPct val="100000"/>
              </a:lnSpc>
              <a:spcBef>
                <a:spcPts val="360"/>
              </a:spcBef>
              <a:spcAft>
                <a:spcPts val="0"/>
              </a:spcAft>
              <a:buClr>
                <a:schemeClr val="accent2"/>
              </a:buClr>
              <a:buSzPts val="1800"/>
              <a:buFont typeface="Noto Sans Symbols"/>
              <a:buChar char="■"/>
              <a:defRPr sz="2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accent2"/>
              </a:buClr>
              <a:buSzPts val="1800"/>
              <a:buFont typeface="Noto Sans Symbols"/>
              <a:buChar char="□"/>
              <a:defRPr sz="23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42900" algn="l" rtl="0">
              <a:lnSpc>
                <a:spcPct val="100000"/>
              </a:lnSpc>
              <a:spcBef>
                <a:spcPts val="36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L="3200400" marR="0" lvl="6"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L="3657600" marR="0" lvl="7"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L="4114800" marR="0" lvl="8"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a:pPr marL="0" indent="0" eaLnBrk="0" fontAlgn="base" hangingPunct="0">
              <a:spcBef>
                <a:spcPct val="20000"/>
              </a:spcBef>
              <a:spcAft>
                <a:spcPct val="0"/>
              </a:spcAft>
              <a:buClr>
                <a:srgbClr val="CC0000"/>
              </a:buClr>
              <a:buSzTx/>
              <a:buFont typeface="Noto Sans Symbols"/>
              <a:buNone/>
              <a:defRPr/>
            </a:pPr>
            <a:r>
              <a:rPr lang="en-IN" altLang="en-US" sz="2400" b="1" dirty="0">
                <a:solidFill>
                  <a:srgbClr val="000000"/>
                </a:solidFill>
                <a:latin typeface="Times New Roman" panose="02020603050405020304" pitchFamily="18" charset="0"/>
                <a:cs typeface="Times New Roman" panose="02020603050405020304" pitchFamily="18" charset="0"/>
              </a:rPr>
              <a:t>Limitations of Existing System:</a:t>
            </a:r>
          </a:p>
          <a:p>
            <a:pPr>
              <a:buClr>
                <a:schemeClr val="tx1"/>
              </a:buClr>
              <a:buFont typeface="Verdana" panose="020B0604030504040204" pitchFamily="34" charset="0"/>
              <a:buChar char="●"/>
              <a:defRPr/>
            </a:pPr>
            <a:r>
              <a:rPr lang="en-US" altLang="en-US" sz="2400" b="1" dirty="0">
                <a:solidFill>
                  <a:srgbClr val="000000"/>
                </a:solidFill>
                <a:latin typeface="Times New Roman" pitchFamily="18" charset="0"/>
                <a:cs typeface="Times New Roman" pitchFamily="18" charset="0"/>
              </a:rPr>
              <a:t>Limited Scalability: </a:t>
            </a:r>
            <a:r>
              <a:rPr lang="en-US" altLang="en-US" sz="2400" dirty="0">
                <a:solidFill>
                  <a:srgbClr val="000000"/>
                </a:solidFill>
                <a:latin typeface="Times New Roman" pitchFamily="18" charset="0"/>
                <a:cs typeface="Times New Roman" pitchFamily="18" charset="0"/>
              </a:rPr>
              <a:t>The current system may struggle to handle a large number of concurrent users and event due to its architecture.</a:t>
            </a:r>
          </a:p>
          <a:p>
            <a:pPr>
              <a:buClr>
                <a:schemeClr val="tx1"/>
              </a:buClr>
              <a:buFont typeface="Verdana" panose="020B0604030504040204" pitchFamily="34" charset="0"/>
              <a:buChar char="●"/>
              <a:defRPr/>
            </a:pPr>
            <a:r>
              <a:rPr lang="en-US" altLang="en-US" sz="2400" b="1" dirty="0">
                <a:solidFill>
                  <a:srgbClr val="000000"/>
                </a:solidFill>
                <a:latin typeface="Times New Roman" pitchFamily="18" charset="0"/>
                <a:cs typeface="Times New Roman" pitchFamily="18" charset="0"/>
              </a:rPr>
              <a:t>Manual Event Approval: </a:t>
            </a:r>
            <a:r>
              <a:rPr lang="en-US" altLang="en-US" sz="2400" dirty="0">
                <a:solidFill>
                  <a:srgbClr val="000000"/>
                </a:solidFill>
                <a:latin typeface="Times New Roman" pitchFamily="18" charset="0"/>
                <a:cs typeface="Times New Roman" pitchFamily="18" charset="0"/>
              </a:rPr>
              <a:t>Event approval by administrators is a manual process, which can slow the overall workflow.</a:t>
            </a:r>
            <a:endParaRPr lang="en-IN" altLang="en-US" sz="2400" b="1" dirty="0">
              <a:solidFill>
                <a:srgbClr val="000000"/>
              </a:solidFill>
              <a:latin typeface="Times New Roman" pitchFamily="18" charset="0"/>
              <a:cs typeface="Times New Roman" pitchFamily="18" charset="0"/>
            </a:endParaRPr>
          </a:p>
          <a:p>
            <a:pPr marL="0" indent="0">
              <a:buClr>
                <a:srgbClr val="CC0000"/>
              </a:buClr>
              <a:buFont typeface="Noto Sans Symbols"/>
              <a:buNone/>
              <a:defRPr/>
            </a:pPr>
            <a:br>
              <a:rPr lang="en-IN" altLang="en-US" sz="2800" dirty="0">
                <a:solidFill>
                  <a:srgbClr val="000000"/>
                </a:solidFill>
                <a:ea typeface="+mn-ea"/>
                <a:cs typeface="+mn-cs"/>
              </a:rPr>
            </a:br>
            <a:endParaRPr lang="en-IN" altLang="en-US" sz="2800" dirty="0">
              <a:solidFill>
                <a:srgbClr val="000000"/>
              </a:solidFill>
              <a:ea typeface="+mn-ea"/>
              <a:cs typeface="+mn-cs"/>
            </a:endParaRPr>
          </a:p>
          <a:p>
            <a:pPr marL="0" indent="0">
              <a:buFont typeface="Noto Sans Symbols"/>
              <a:buNone/>
            </a:pPr>
            <a:endParaRPr lang="en-IN" dirty="0"/>
          </a:p>
        </p:txBody>
      </p:sp>
      <p:sp>
        <p:nvSpPr>
          <p:cNvPr id="3" name="Content Placeholder 2">
            <a:extLst>
              <a:ext uri="{FF2B5EF4-FFF2-40B4-BE49-F238E27FC236}">
                <a16:creationId xmlns:a16="http://schemas.microsoft.com/office/drawing/2014/main" id="{BE1A4538-24FB-57F2-2937-88B3165E72F1}"/>
              </a:ext>
            </a:extLst>
          </p:cNvPr>
          <p:cNvSpPr txBox="1">
            <a:spLocks/>
          </p:cNvSpPr>
          <p:nvPr/>
        </p:nvSpPr>
        <p:spPr bwMode="auto">
          <a:xfrm>
            <a:off x="6518736" y="1750380"/>
            <a:ext cx="5440963"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a:lstStyle>
          <a:p>
            <a:pPr marL="0" indent="0">
              <a:buClr>
                <a:srgbClr val="CC0000"/>
              </a:buClr>
              <a:buFont typeface="Wingdings" panose="05000000000000000000" pitchFamily="2" charset="2"/>
              <a:buNone/>
              <a:defRPr/>
            </a:pPr>
            <a:r>
              <a:rPr lang="en-IN" altLang="en-US" sz="2400" b="1" dirty="0">
                <a:solidFill>
                  <a:srgbClr val="000000"/>
                </a:solidFill>
                <a:latin typeface="Times New Roman" panose="02020603050405020304" pitchFamily="18" charset="0"/>
                <a:cs typeface="Times New Roman" panose="02020603050405020304" pitchFamily="18" charset="0"/>
              </a:rPr>
              <a:t>Features of Existing System:</a:t>
            </a:r>
          </a:p>
          <a:p>
            <a:pPr>
              <a:buClr>
                <a:schemeClr val="tx1"/>
              </a:buClr>
              <a:buFont typeface="Arial" panose="020B0604020202020204" pitchFamily="34" charset="0"/>
              <a:buChar char="•"/>
              <a:defRPr/>
            </a:pPr>
            <a:r>
              <a:rPr lang="en-US" altLang="en-US" sz="2400" dirty="0">
                <a:solidFill>
                  <a:srgbClr val="000000"/>
                </a:solidFill>
                <a:latin typeface="Times New Roman" pitchFamily="18" charset="0"/>
                <a:cs typeface="Times New Roman" pitchFamily="18" charset="0"/>
              </a:rPr>
              <a:t>User Roles and Managements</a:t>
            </a:r>
          </a:p>
          <a:p>
            <a:pPr>
              <a:buClr>
                <a:schemeClr val="tx1"/>
              </a:buClr>
              <a:buFont typeface="Arial" panose="020B0604020202020204" pitchFamily="34" charset="0"/>
              <a:buChar char="•"/>
              <a:defRPr/>
            </a:pPr>
            <a:r>
              <a:rPr lang="en-US" altLang="en-US" sz="2400" dirty="0">
                <a:solidFill>
                  <a:srgbClr val="000000"/>
                </a:solidFill>
                <a:latin typeface="Times New Roman" pitchFamily="18" charset="0"/>
                <a:cs typeface="Times New Roman" pitchFamily="18" charset="0"/>
              </a:rPr>
              <a:t>Event Browsing and Booking</a:t>
            </a:r>
          </a:p>
          <a:p>
            <a:pPr>
              <a:buClr>
                <a:schemeClr val="tx1"/>
              </a:buClr>
              <a:buFont typeface="Arial" panose="020B0604020202020204" pitchFamily="34" charset="0"/>
              <a:buChar char="•"/>
              <a:defRPr/>
            </a:pPr>
            <a:r>
              <a:rPr lang="en-US" altLang="en-US" sz="2400" dirty="0">
                <a:solidFill>
                  <a:srgbClr val="000000"/>
                </a:solidFill>
                <a:latin typeface="Times New Roman" pitchFamily="18" charset="0"/>
                <a:cs typeface="Times New Roman" pitchFamily="18" charset="0"/>
              </a:rPr>
              <a:t>Personalized Recommendations</a:t>
            </a:r>
          </a:p>
          <a:p>
            <a:pPr>
              <a:buClr>
                <a:schemeClr val="tx1"/>
              </a:buClr>
              <a:buFont typeface="Arial" panose="020B0604020202020204" pitchFamily="34" charset="0"/>
              <a:buChar char="•"/>
              <a:defRPr/>
            </a:pPr>
            <a:r>
              <a:rPr lang="en-US" altLang="en-US" sz="2400" dirty="0">
                <a:solidFill>
                  <a:srgbClr val="000000"/>
                </a:solidFill>
                <a:latin typeface="Times New Roman" pitchFamily="18" charset="0"/>
                <a:cs typeface="Times New Roman" pitchFamily="18" charset="0"/>
              </a:rPr>
              <a:t>Secure Payment Processing</a:t>
            </a:r>
          </a:p>
          <a:p>
            <a:pPr>
              <a:buClr>
                <a:schemeClr val="tx1"/>
              </a:buClr>
              <a:buFont typeface="Arial" panose="020B0604020202020204" pitchFamily="34" charset="0"/>
              <a:buChar char="•"/>
              <a:defRPr/>
            </a:pPr>
            <a:r>
              <a:rPr lang="en-US" altLang="en-US" sz="2400" dirty="0">
                <a:solidFill>
                  <a:srgbClr val="000000"/>
                </a:solidFill>
                <a:latin typeface="Times New Roman" pitchFamily="18" charset="0"/>
                <a:cs typeface="Times New Roman" pitchFamily="18" charset="0"/>
              </a:rPr>
              <a:t>Centralized Database</a:t>
            </a:r>
          </a:p>
          <a:p>
            <a:pPr>
              <a:buClr>
                <a:schemeClr val="tx1"/>
              </a:buClr>
              <a:buFont typeface="Arial" panose="020B0604020202020204" pitchFamily="34" charset="0"/>
              <a:buChar char="•"/>
              <a:defRPr/>
            </a:pPr>
            <a:r>
              <a:rPr lang="en-US" altLang="en-US" sz="2400" dirty="0">
                <a:solidFill>
                  <a:srgbClr val="000000"/>
                </a:solidFill>
                <a:latin typeface="Times New Roman" pitchFamily="18" charset="0"/>
                <a:cs typeface="Times New Roman" pitchFamily="18" charset="0"/>
              </a:rPr>
              <a:t>User feedback</a:t>
            </a:r>
          </a:p>
          <a:p>
            <a:pPr marL="0" indent="0">
              <a:buClr>
                <a:srgbClr val="CC0000"/>
              </a:buClr>
              <a:buNone/>
              <a:defRPr/>
            </a:pPr>
            <a:br>
              <a:rPr lang="en-IN" altLang="en-US" sz="2800" dirty="0">
                <a:solidFill>
                  <a:srgbClr val="000000"/>
                </a:solidFill>
                <a:latin typeface="Verdana" panose="020B0604030504040204"/>
              </a:rPr>
            </a:br>
            <a:endParaRPr lang="en-IN" altLang="en-US" sz="2800" dirty="0">
              <a:solidFill>
                <a:srgbClr val="000000"/>
              </a:solidFill>
              <a:latin typeface="Verdana" panose="020B0604030504040204"/>
            </a:endParaRPr>
          </a:p>
          <a:p>
            <a:pPr marL="0" indent="0">
              <a:buFont typeface="Wingdings" panose="05000000000000000000" pitchFamily="2" charset="2"/>
              <a:buNone/>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200" b="1" dirty="0"/>
              <a:t>Proposed System</a:t>
            </a:r>
            <a:endParaRPr sz="3200" b="1" dirty="0"/>
          </a:p>
        </p:txBody>
      </p:sp>
      <p:sp>
        <p:nvSpPr>
          <p:cNvPr id="172" name="Google Shape;172;p9"/>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173" name="Google Shape;173;p9"/>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174" name="Google Shape;174;p9"/>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lang="en-US"/>
          </a:p>
        </p:txBody>
      </p:sp>
      <p:sp>
        <p:nvSpPr>
          <p:cNvPr id="3" name="Text Placeholder 4">
            <a:extLst>
              <a:ext uri="{FF2B5EF4-FFF2-40B4-BE49-F238E27FC236}">
                <a16:creationId xmlns:a16="http://schemas.microsoft.com/office/drawing/2014/main" id="{BF0C0DB4-3DA5-1093-2F5A-ADBE420B9751}"/>
              </a:ext>
            </a:extLst>
          </p:cNvPr>
          <p:cNvSpPr>
            <a:spLocks noGrp="1" noChangeArrowheads="1"/>
          </p:cNvSpPr>
          <p:nvPr/>
        </p:nvSpPr>
        <p:spPr bwMode="auto">
          <a:xfrm>
            <a:off x="536575" y="1802914"/>
            <a:ext cx="11118850" cy="3252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accent2"/>
              </a:buClr>
              <a:buSzPts val="1800"/>
              <a:buFont typeface="Noto Sans Symbols"/>
              <a:buChar char="□"/>
              <a:defRPr sz="3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42900" algn="l" rtl="0">
              <a:lnSpc>
                <a:spcPct val="100000"/>
              </a:lnSpc>
              <a:spcBef>
                <a:spcPts val="360"/>
              </a:spcBef>
              <a:spcAft>
                <a:spcPts val="0"/>
              </a:spcAft>
              <a:buClr>
                <a:schemeClr val="accent2"/>
              </a:buClr>
              <a:buSzPts val="1800"/>
              <a:buFont typeface="Noto Sans Symbols"/>
              <a:buChar char="■"/>
              <a:defRPr sz="2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accent2"/>
              </a:buClr>
              <a:buSzPts val="1800"/>
              <a:buFont typeface="Noto Sans Symbols"/>
              <a:buChar char="□"/>
              <a:defRPr sz="23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42900" algn="l" rtl="0">
              <a:lnSpc>
                <a:spcPct val="100000"/>
              </a:lnSpc>
              <a:spcBef>
                <a:spcPts val="36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L="3200400" marR="0" lvl="6"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L="3657600" marR="0" lvl="7"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L="4114800" marR="0" lvl="8"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a:pPr>
              <a:buClrTx/>
              <a:buFont typeface="Verdana" panose="020B0604030504040204" pitchFamily="34" charset="0"/>
              <a:buChar char="●"/>
            </a:pPr>
            <a:r>
              <a:rPr lang="en-US" sz="2400" dirty="0">
                <a:latin typeface="Times New Roman" pitchFamily="18" charset="0"/>
                <a:cs typeface="Times New Roman" pitchFamily="18" charset="0"/>
              </a:rPr>
              <a:t>Intuitive User interface: Provides a seamless and responsive </a:t>
            </a:r>
            <a:r>
              <a:rPr lang="en-US" sz="2400" dirty="0" err="1">
                <a:latin typeface="Times New Roman" pitchFamily="18" charset="0"/>
                <a:cs typeface="Times New Roman" pitchFamily="18" charset="0"/>
              </a:rPr>
              <a:t>desing</a:t>
            </a:r>
            <a:r>
              <a:rPr lang="en-US" sz="2400" dirty="0">
                <a:latin typeface="Times New Roman" pitchFamily="18" charset="0"/>
                <a:cs typeface="Times New Roman" pitchFamily="18" charset="0"/>
              </a:rPr>
              <a:t> for easy navigation and efficient event management</a:t>
            </a:r>
          </a:p>
          <a:p>
            <a:pPr>
              <a:buClrTx/>
              <a:buFont typeface="Verdana" panose="020B0604030504040204" pitchFamily="34" charset="0"/>
              <a:buChar char="●"/>
            </a:pPr>
            <a:r>
              <a:rPr lang="en-US" sz="2400" dirty="0">
                <a:latin typeface="Times New Roman" pitchFamily="18" charset="0"/>
                <a:cs typeface="Times New Roman" pitchFamily="18" charset="0"/>
              </a:rPr>
              <a:t>Comprehensive Event Management: Enable event discovery, registration, and organization with integrated tools and smart Recommendations</a:t>
            </a:r>
          </a:p>
          <a:p>
            <a:pPr>
              <a:buClrTx/>
              <a:buFont typeface="Verdana" panose="020B0604030504040204" pitchFamily="34" charset="0"/>
              <a:buChar char="●"/>
            </a:pPr>
            <a:r>
              <a:rPr lang="en-US" sz="2400" dirty="0">
                <a:latin typeface="Times New Roman" pitchFamily="18" charset="0"/>
                <a:cs typeface="Times New Roman" pitchFamily="18" charset="0"/>
              </a:rPr>
              <a:t>Secure Payment Gateway Facilitates secure and encrypted transactions for event registration and organizational fees</a:t>
            </a:r>
          </a:p>
          <a:p>
            <a:pPr>
              <a:buClrTx/>
              <a:buFont typeface="Verdana" panose="020B0604030504040204" pitchFamily="34" charset="0"/>
              <a:buChar char="●"/>
            </a:pPr>
            <a:r>
              <a:rPr lang="en-US" sz="2400" dirty="0">
                <a:latin typeface="Times New Roman" pitchFamily="18" charset="0"/>
                <a:cs typeface="Times New Roman" pitchFamily="18" charset="0"/>
              </a:rPr>
              <a:t>Scalable Architecture Built on a Robust, Scalable framework with </a:t>
            </a:r>
            <a:r>
              <a:rPr lang="en-US" sz="2400" dirty="0" err="1">
                <a:latin typeface="Times New Roman" pitchFamily="18" charset="0"/>
                <a:cs typeface="Times New Roman" pitchFamily="18" charset="0"/>
              </a:rPr>
              <a:t>MySql</a:t>
            </a:r>
            <a:r>
              <a:rPr lang="en-US" sz="2400" dirty="0">
                <a:latin typeface="Times New Roman" pitchFamily="18" charset="0"/>
                <a:cs typeface="Times New Roman" pitchFamily="18" charset="0"/>
              </a:rPr>
              <a:t> for flexible data management and future growth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D39FE690-F03A-F281-36B3-C732E141FAB3}"/>
            </a:ext>
          </a:extLst>
        </p:cNvPr>
        <p:cNvGrpSpPr/>
        <p:nvPr/>
      </p:nvGrpSpPr>
      <p:grpSpPr>
        <a:xfrm>
          <a:off x="0" y="0"/>
          <a:ext cx="0" cy="0"/>
          <a:chOff x="0" y="0"/>
          <a:chExt cx="0" cy="0"/>
        </a:xfrm>
      </p:grpSpPr>
      <p:sp>
        <p:nvSpPr>
          <p:cNvPr id="170" name="Google Shape;170;p9">
            <a:extLst>
              <a:ext uri="{FF2B5EF4-FFF2-40B4-BE49-F238E27FC236}">
                <a16:creationId xmlns:a16="http://schemas.microsoft.com/office/drawing/2014/main" id="{6E5BAD59-39A2-F373-0A21-124BD47C4BB3}"/>
              </a:ext>
            </a:extLst>
          </p:cNvPr>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altLang="en-US" sz="3200" b="1" dirty="0">
                <a:solidFill>
                  <a:schemeClr val="tx1"/>
                </a:solidFill>
              </a:rPr>
              <a:t>Advantages and Disadvantages of Proposed System</a:t>
            </a:r>
            <a:endParaRPr sz="3200" b="1" dirty="0">
              <a:solidFill>
                <a:schemeClr val="tx1"/>
              </a:solidFill>
            </a:endParaRPr>
          </a:p>
        </p:txBody>
      </p:sp>
      <p:sp>
        <p:nvSpPr>
          <p:cNvPr id="172" name="Google Shape;172;p9">
            <a:extLst>
              <a:ext uri="{FF2B5EF4-FFF2-40B4-BE49-F238E27FC236}">
                <a16:creationId xmlns:a16="http://schemas.microsoft.com/office/drawing/2014/main" id="{6D3E13F9-A90B-A210-E58C-745F1CE9AD94}"/>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173" name="Google Shape;173;p9">
            <a:extLst>
              <a:ext uri="{FF2B5EF4-FFF2-40B4-BE49-F238E27FC236}">
                <a16:creationId xmlns:a16="http://schemas.microsoft.com/office/drawing/2014/main" id="{D1987685-AC4B-AFA7-6A43-C331F2853BB9}"/>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174" name="Google Shape;174;p9">
            <a:extLst>
              <a:ext uri="{FF2B5EF4-FFF2-40B4-BE49-F238E27FC236}">
                <a16:creationId xmlns:a16="http://schemas.microsoft.com/office/drawing/2014/main" id="{EE41BA16-9ECD-8206-E786-CA8F60C9BC68}"/>
              </a:ext>
            </a:extLst>
          </p:cNvPr>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lang="en-US"/>
          </a:p>
        </p:txBody>
      </p:sp>
      <p:sp>
        <p:nvSpPr>
          <p:cNvPr id="3" name="Content Placeholder 2">
            <a:extLst>
              <a:ext uri="{FF2B5EF4-FFF2-40B4-BE49-F238E27FC236}">
                <a16:creationId xmlns:a16="http://schemas.microsoft.com/office/drawing/2014/main" id="{DB28DA79-FE67-8410-7114-EC2FCEA4F4B6}"/>
              </a:ext>
            </a:extLst>
          </p:cNvPr>
          <p:cNvSpPr txBox="1">
            <a:spLocks/>
          </p:cNvSpPr>
          <p:nvPr/>
        </p:nvSpPr>
        <p:spPr bwMode="auto">
          <a:xfrm>
            <a:off x="694983" y="1812525"/>
            <a:ext cx="5440963"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a:lstStyle>
          <a:p>
            <a:pPr marL="0" indent="0">
              <a:buClr>
                <a:srgbClr val="CC0000"/>
              </a:buClr>
              <a:buFont typeface="Wingdings" panose="05000000000000000000" pitchFamily="2" charset="2"/>
              <a:buNone/>
              <a:defRPr/>
            </a:pPr>
            <a:r>
              <a:rPr lang="en-IN" altLang="en-US" sz="2400" b="1" dirty="0">
                <a:solidFill>
                  <a:srgbClr val="000000"/>
                </a:solidFill>
                <a:latin typeface="Times New Roman" panose="02020603050405020304" pitchFamily="18" charset="0"/>
                <a:cs typeface="Times New Roman" panose="02020603050405020304" pitchFamily="18" charset="0"/>
              </a:rPr>
              <a:t>Features of Proposed System:</a:t>
            </a:r>
            <a:endParaRPr lang="en-US" altLang="en-US" sz="2400" dirty="0">
              <a:solidFill>
                <a:srgbClr val="000000"/>
              </a:solidFill>
              <a:latin typeface="Times New Roman" pitchFamily="18" charset="0"/>
              <a:cs typeface="Times New Roman" pitchFamily="18" charset="0"/>
            </a:endParaRPr>
          </a:p>
          <a:p>
            <a:pPr>
              <a:buClrTx/>
              <a:buFont typeface="Times New Roman" panose="02020603050405020304" pitchFamily="18" charset="0"/>
              <a:buChar char="•"/>
              <a:defRPr/>
            </a:pPr>
            <a:r>
              <a:rPr lang="en-US" altLang="en-US" sz="2400" dirty="0">
                <a:solidFill>
                  <a:srgbClr val="000000"/>
                </a:solidFill>
                <a:latin typeface="Times New Roman" pitchFamily="18" charset="0"/>
                <a:cs typeface="Times New Roman" pitchFamily="18" charset="0"/>
              </a:rPr>
              <a:t>Personalized Event Recommendations</a:t>
            </a:r>
          </a:p>
          <a:p>
            <a:pPr>
              <a:buClrTx/>
              <a:buFont typeface="Times New Roman" panose="02020603050405020304" pitchFamily="18" charset="0"/>
              <a:buChar char="•"/>
              <a:defRPr/>
            </a:pPr>
            <a:r>
              <a:rPr lang="en-US" altLang="en-US" sz="2400" dirty="0">
                <a:solidFill>
                  <a:srgbClr val="000000"/>
                </a:solidFill>
                <a:latin typeface="Times New Roman" pitchFamily="18" charset="0"/>
                <a:cs typeface="Times New Roman" pitchFamily="18" charset="0"/>
              </a:rPr>
              <a:t> Automated event planning assistance</a:t>
            </a:r>
          </a:p>
          <a:p>
            <a:pPr>
              <a:buClrTx/>
              <a:buFont typeface="Times New Roman" panose="02020603050405020304" pitchFamily="18" charset="0"/>
              <a:buChar char="•"/>
              <a:defRPr/>
            </a:pPr>
            <a:r>
              <a:rPr lang="en-US" altLang="en-US" sz="2400" dirty="0">
                <a:solidFill>
                  <a:srgbClr val="000000"/>
                </a:solidFill>
                <a:latin typeface="Times New Roman" pitchFamily="18" charset="0"/>
                <a:cs typeface="Times New Roman" pitchFamily="18" charset="0"/>
              </a:rPr>
              <a:t>Dynamic budget optimization</a:t>
            </a:r>
          </a:p>
          <a:p>
            <a:pPr>
              <a:buClrTx/>
              <a:buFont typeface="Times New Roman" panose="02020603050405020304" pitchFamily="18" charset="0"/>
              <a:buChar char="•"/>
              <a:defRPr/>
            </a:pPr>
            <a:r>
              <a:rPr lang="en-US" altLang="en-US" sz="2400" dirty="0">
                <a:solidFill>
                  <a:srgbClr val="000000"/>
                </a:solidFill>
                <a:latin typeface="Times New Roman" pitchFamily="18" charset="0"/>
                <a:cs typeface="Times New Roman" pitchFamily="18" charset="0"/>
              </a:rPr>
              <a:t>Enhanced users experience </a:t>
            </a:r>
            <a:br>
              <a:rPr lang="en-IN" altLang="en-US" sz="2800" dirty="0">
                <a:solidFill>
                  <a:srgbClr val="000000"/>
                </a:solidFill>
                <a:latin typeface="Verdana" panose="020B0604030504040204"/>
              </a:rPr>
            </a:br>
            <a:endParaRPr lang="en-IN" altLang="en-US" sz="2800" dirty="0">
              <a:solidFill>
                <a:srgbClr val="000000"/>
              </a:solidFill>
              <a:latin typeface="Verdana" panose="020B0604030504040204"/>
            </a:endParaRPr>
          </a:p>
          <a:p>
            <a:pPr marL="0" indent="0">
              <a:buFont typeface="Wingdings" panose="05000000000000000000" pitchFamily="2" charset="2"/>
              <a:buNone/>
            </a:pPr>
            <a:endParaRPr lang="en-IN" dirty="0"/>
          </a:p>
        </p:txBody>
      </p:sp>
      <p:sp>
        <p:nvSpPr>
          <p:cNvPr id="4" name="Content Placeholder 2">
            <a:extLst>
              <a:ext uri="{FF2B5EF4-FFF2-40B4-BE49-F238E27FC236}">
                <a16:creationId xmlns:a16="http://schemas.microsoft.com/office/drawing/2014/main" id="{BA6D8E54-7B38-10A4-0EAF-F1EB8E798470}"/>
              </a:ext>
            </a:extLst>
          </p:cNvPr>
          <p:cNvSpPr txBox="1">
            <a:spLocks/>
          </p:cNvSpPr>
          <p:nvPr/>
        </p:nvSpPr>
        <p:spPr>
          <a:xfrm>
            <a:off x="6597158" y="1752600"/>
            <a:ext cx="5440963" cy="42672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accent2"/>
              </a:buClr>
              <a:buSzPts val="1800"/>
              <a:buFont typeface="Noto Sans Symbols"/>
              <a:buChar char="□"/>
              <a:defRPr sz="3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42900" algn="l" rtl="0">
              <a:lnSpc>
                <a:spcPct val="100000"/>
              </a:lnSpc>
              <a:spcBef>
                <a:spcPts val="360"/>
              </a:spcBef>
              <a:spcAft>
                <a:spcPts val="0"/>
              </a:spcAft>
              <a:buClr>
                <a:schemeClr val="accent2"/>
              </a:buClr>
              <a:buSzPts val="1800"/>
              <a:buFont typeface="Noto Sans Symbols"/>
              <a:buChar char="■"/>
              <a:defRPr sz="2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accent2"/>
              </a:buClr>
              <a:buSzPts val="1800"/>
              <a:buFont typeface="Noto Sans Symbols"/>
              <a:buChar char="□"/>
              <a:defRPr sz="23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42900" algn="l" rtl="0">
              <a:lnSpc>
                <a:spcPct val="100000"/>
              </a:lnSpc>
              <a:spcBef>
                <a:spcPts val="36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L="3200400" marR="0" lvl="6"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L="3657600" marR="0" lvl="7"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L="4114800" marR="0" lvl="8" indent="-342900" algn="l" rtl="0">
              <a:lnSpc>
                <a:spcPct val="100000"/>
              </a:lnSpc>
              <a:spcBef>
                <a:spcPts val="450"/>
              </a:spcBef>
              <a:spcAft>
                <a:spcPts val="0"/>
              </a:spcAft>
              <a:buClr>
                <a:schemeClr val="accent2"/>
              </a:buClr>
              <a:buSzPts val="18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a:pPr marL="0" indent="0" eaLnBrk="0" fontAlgn="base" hangingPunct="0">
              <a:spcBef>
                <a:spcPct val="20000"/>
              </a:spcBef>
              <a:spcAft>
                <a:spcPct val="0"/>
              </a:spcAft>
              <a:buClr>
                <a:srgbClr val="CC0000"/>
              </a:buClr>
              <a:buSzTx/>
              <a:buFont typeface="Noto Sans Symbols"/>
              <a:buNone/>
              <a:defRPr/>
            </a:pPr>
            <a:r>
              <a:rPr lang="en-IN" altLang="en-US" sz="2400" b="1" dirty="0">
                <a:solidFill>
                  <a:srgbClr val="000000"/>
                </a:solidFill>
                <a:latin typeface="Times New Roman" panose="02020603050405020304" pitchFamily="18" charset="0"/>
                <a:cs typeface="Times New Roman" panose="02020603050405020304" pitchFamily="18" charset="0"/>
              </a:rPr>
              <a:t>Limitations of Proposed System:</a:t>
            </a:r>
          </a:p>
          <a:p>
            <a:pPr>
              <a:buClrTx/>
              <a:buFont typeface="Verdana" panose="020B0604030504040204" pitchFamily="34" charset="0"/>
              <a:buChar char="●"/>
              <a:defRPr/>
            </a:pPr>
            <a:r>
              <a:rPr lang="en-US" altLang="en-US" sz="2400" dirty="0">
                <a:solidFill>
                  <a:srgbClr val="000000"/>
                </a:solidFill>
                <a:latin typeface="Times New Roman" pitchFamily="18" charset="0"/>
                <a:cs typeface="Times New Roman" pitchFamily="18" charset="0"/>
              </a:rPr>
              <a:t>Data Privacy and Security Concerns</a:t>
            </a:r>
          </a:p>
          <a:p>
            <a:pPr>
              <a:buClrTx/>
              <a:buFont typeface="Verdana" panose="020B0604030504040204" pitchFamily="34" charset="0"/>
              <a:buChar char="●"/>
              <a:defRPr/>
            </a:pPr>
            <a:r>
              <a:rPr lang="en-US" altLang="en-US" sz="2400" dirty="0">
                <a:latin typeface="Times New Roman" pitchFamily="18" charset="0"/>
                <a:cs typeface="Times New Roman" pitchFamily="18" charset="0"/>
              </a:rPr>
              <a:t>AI model Dependency and Bias</a:t>
            </a:r>
          </a:p>
          <a:p>
            <a:pPr>
              <a:buClrTx/>
              <a:buFont typeface="Verdana" panose="020B0604030504040204" pitchFamily="34" charset="0"/>
              <a:buChar char="●"/>
              <a:defRPr/>
            </a:pPr>
            <a:r>
              <a:rPr lang="en-US" altLang="en-US" sz="2400" dirty="0">
                <a:solidFill>
                  <a:srgbClr val="000000"/>
                </a:solidFill>
                <a:latin typeface="Times New Roman" pitchFamily="18" charset="0"/>
                <a:cs typeface="Times New Roman" pitchFamily="18" charset="0"/>
              </a:rPr>
              <a:t>Scalability Challenge with Real-time Processing</a:t>
            </a:r>
          </a:p>
          <a:p>
            <a:pPr>
              <a:buClrTx/>
              <a:buFont typeface="Verdana" panose="020B0604030504040204" pitchFamily="34" charset="0"/>
              <a:buChar char="●"/>
              <a:defRPr/>
            </a:pPr>
            <a:r>
              <a:rPr lang="en-IN" altLang="en-US" sz="2400" dirty="0">
                <a:solidFill>
                  <a:srgbClr val="000000"/>
                </a:solidFill>
                <a:latin typeface="Times New Roman" pitchFamily="18" charset="0"/>
                <a:cs typeface="Times New Roman" pitchFamily="18" charset="0"/>
              </a:rPr>
              <a:t>Integration Complexity with External Services</a:t>
            </a:r>
            <a:br>
              <a:rPr lang="en-IN" altLang="en-US" sz="2800" dirty="0">
                <a:solidFill>
                  <a:srgbClr val="000000"/>
                </a:solidFill>
                <a:ea typeface="+mn-ea"/>
                <a:cs typeface="+mn-cs"/>
              </a:rPr>
            </a:br>
            <a:endParaRPr lang="en-IN" altLang="en-US" sz="2800" dirty="0">
              <a:solidFill>
                <a:srgbClr val="000000"/>
              </a:solidFill>
              <a:ea typeface="+mn-ea"/>
              <a:cs typeface="+mn-cs"/>
            </a:endParaRPr>
          </a:p>
          <a:p>
            <a:pPr marL="0" indent="0">
              <a:buFont typeface="Noto Sans Symbols"/>
              <a:buNone/>
            </a:pPr>
            <a:endParaRPr lang="en-IN" dirty="0"/>
          </a:p>
        </p:txBody>
      </p:sp>
    </p:spTree>
    <p:extLst>
      <p:ext uri="{BB962C8B-B14F-4D97-AF65-F5344CB8AC3E}">
        <p14:creationId xmlns:p14="http://schemas.microsoft.com/office/powerpoint/2010/main" val="496760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44A83-6CA8-B6B3-4E77-A2C4A9EBA797}"/>
              </a:ext>
            </a:extLst>
          </p:cNvPr>
          <p:cNvSpPr>
            <a:spLocks noGrp="1"/>
          </p:cNvSpPr>
          <p:nvPr>
            <p:ph type="title"/>
          </p:nvPr>
        </p:nvSpPr>
        <p:spPr/>
        <p:txBody>
          <a:bodyPr/>
          <a:lstStyle/>
          <a:p>
            <a:r>
              <a:rPr lang="en-IN" sz="3200" b="1" kern="100" dirty="0">
                <a:effectLst/>
                <a:latin typeface="Verdana" panose="020B0604030504040204" pitchFamily="34" charset="0"/>
                <a:ea typeface="Verdana" panose="020B0604030504040204" pitchFamily="34" charset="0"/>
                <a:cs typeface="Cordia New" panose="020B0304020202020204" pitchFamily="34" charset="-34"/>
              </a:rPr>
              <a:t>SYSTEM REQUIREMENTS</a:t>
            </a:r>
            <a:endParaRPr lang="en-US" sz="3200" dirty="0">
              <a:latin typeface="Verdana" panose="020B0604030504040204" pitchFamily="34" charset="0"/>
              <a:ea typeface="Verdana" panose="020B0604030504040204" pitchFamily="34" charset="0"/>
            </a:endParaRPr>
          </a:p>
        </p:txBody>
      </p:sp>
      <p:sp>
        <p:nvSpPr>
          <p:cNvPr id="3" name="Text Placeholder 2">
            <a:extLst>
              <a:ext uri="{FF2B5EF4-FFF2-40B4-BE49-F238E27FC236}">
                <a16:creationId xmlns:a16="http://schemas.microsoft.com/office/drawing/2014/main" id="{AE2D696F-57D4-ECDE-8C32-D5FD6F3DAD82}"/>
              </a:ext>
            </a:extLst>
          </p:cNvPr>
          <p:cNvSpPr>
            <a:spLocks noGrp="1"/>
          </p:cNvSpPr>
          <p:nvPr>
            <p:ph type="body" idx="1"/>
          </p:nvPr>
        </p:nvSpPr>
        <p:spPr>
          <a:xfrm>
            <a:off x="755651" y="1778727"/>
            <a:ext cx="10668000" cy="4267200"/>
          </a:xfrm>
        </p:spPr>
        <p:txBody>
          <a:bodyPr/>
          <a:lstStyle/>
          <a:p>
            <a:pPr marL="114300" indent="0">
              <a:buNone/>
            </a:pPr>
            <a:r>
              <a:rPr lang="en-US" sz="2200" b="1" dirty="0"/>
              <a:t>Software Requirements :</a:t>
            </a:r>
          </a:p>
          <a:p>
            <a:pPr>
              <a:buClrTx/>
              <a:buFont typeface="Verdana" panose="020B0604030504040204" pitchFamily="34" charset="0"/>
              <a:buChar char="•"/>
            </a:pPr>
            <a:r>
              <a:rPr lang="en-US" sz="2200" b="1" dirty="0"/>
              <a:t>Frontend:</a:t>
            </a:r>
            <a:r>
              <a:rPr lang="en-US" sz="2200" dirty="0"/>
              <a:t> HTML, CSS, JavaScript, React.js, Bootstrap.</a:t>
            </a:r>
          </a:p>
          <a:p>
            <a:pPr>
              <a:buClrTx/>
              <a:buFont typeface="Verdana" panose="020B0604030504040204" pitchFamily="34" charset="0"/>
              <a:buChar char="•"/>
            </a:pPr>
            <a:r>
              <a:rPr lang="en-US" sz="2200" b="1" dirty="0"/>
              <a:t>Backend:</a:t>
            </a:r>
            <a:r>
              <a:rPr lang="en-US" sz="2200" dirty="0"/>
              <a:t> Node.js, Express.js.</a:t>
            </a:r>
          </a:p>
          <a:p>
            <a:pPr>
              <a:buClrTx/>
              <a:buFont typeface="Verdana" panose="020B0604030504040204" pitchFamily="34" charset="0"/>
              <a:buChar char="•"/>
            </a:pPr>
            <a:r>
              <a:rPr lang="en-US" sz="2200" b="1" dirty="0"/>
              <a:t>Database:</a:t>
            </a:r>
            <a:r>
              <a:rPr lang="en-US" sz="2200" dirty="0"/>
              <a:t> </a:t>
            </a:r>
            <a:r>
              <a:rPr lang="en-US" sz="2200" dirty="0" err="1"/>
              <a:t>MySql</a:t>
            </a:r>
            <a:r>
              <a:rPr lang="en-US" sz="2200" dirty="0"/>
              <a:t> for data management and encryption.</a:t>
            </a:r>
          </a:p>
          <a:p>
            <a:pPr>
              <a:buClrTx/>
              <a:buFont typeface="Verdana" panose="020B0604030504040204" pitchFamily="34" charset="0"/>
              <a:buChar char="•"/>
            </a:pPr>
            <a:r>
              <a:rPr lang="en-US" sz="2200" b="1" dirty="0"/>
              <a:t>Chatbot Integration:</a:t>
            </a:r>
            <a:r>
              <a:rPr lang="en-US" sz="2200" dirty="0"/>
              <a:t> </a:t>
            </a:r>
            <a:r>
              <a:rPr lang="en-US" sz="2200" dirty="0" err="1"/>
              <a:t>Dialogflow</a:t>
            </a:r>
            <a:r>
              <a:rPr lang="en-US" sz="2200" dirty="0"/>
              <a:t> or Rasa for AI-powered guidance.</a:t>
            </a:r>
          </a:p>
          <a:p>
            <a:pPr>
              <a:buClrTx/>
              <a:buFont typeface="Verdana" panose="020B0604030504040204" pitchFamily="34" charset="0"/>
              <a:buChar char="•"/>
            </a:pPr>
            <a:r>
              <a:rPr lang="en-US" sz="2200" b="1" dirty="0"/>
              <a:t>Security:</a:t>
            </a:r>
            <a:r>
              <a:rPr lang="en-US" sz="2200" dirty="0"/>
              <a:t> JWT for authentication, BCrypt.js for password hashing, SSL certificates.</a:t>
            </a:r>
          </a:p>
          <a:p>
            <a:pPr>
              <a:buClrTx/>
              <a:buFont typeface="Verdana" panose="020B0604030504040204" pitchFamily="34" charset="0"/>
              <a:buChar char="•"/>
            </a:pPr>
            <a:r>
              <a:rPr lang="en-US" sz="2200" b="1" dirty="0"/>
              <a:t>Payment Gateway:</a:t>
            </a:r>
            <a:r>
              <a:rPr lang="en-US" sz="2200" dirty="0"/>
              <a:t> Stripe or PayPal for secure transactions.</a:t>
            </a:r>
          </a:p>
          <a:p>
            <a:pPr>
              <a:buClrTx/>
              <a:buFont typeface="Verdana" panose="020B0604030504040204" pitchFamily="34" charset="0"/>
              <a:buChar char="•"/>
            </a:pPr>
            <a:r>
              <a:rPr lang="en-US" sz="2200" b="1" dirty="0"/>
              <a:t>Email Service:</a:t>
            </a:r>
            <a:r>
              <a:rPr lang="en-US" sz="2200" dirty="0"/>
              <a:t> </a:t>
            </a:r>
            <a:r>
              <a:rPr lang="en-US" sz="2200" dirty="0" err="1"/>
              <a:t>Nodemailer</a:t>
            </a:r>
            <a:r>
              <a:rPr lang="en-US" sz="2200" dirty="0"/>
              <a:t> for booking confirmations.</a:t>
            </a:r>
          </a:p>
          <a:p>
            <a:pPr>
              <a:buClrTx/>
              <a:buFont typeface="Verdana" panose="020B0604030504040204" pitchFamily="34" charset="0"/>
              <a:buChar char="•"/>
            </a:pPr>
            <a:endParaRPr lang="en-US" sz="2200" dirty="0"/>
          </a:p>
          <a:p>
            <a:pPr marL="114300" indent="0">
              <a:buNone/>
            </a:pPr>
            <a:endParaRPr lang="en-US" sz="2200" dirty="0"/>
          </a:p>
        </p:txBody>
      </p:sp>
      <p:sp>
        <p:nvSpPr>
          <p:cNvPr id="4" name="Slide Number Placeholder 3">
            <a:extLst>
              <a:ext uri="{FF2B5EF4-FFF2-40B4-BE49-F238E27FC236}">
                <a16:creationId xmlns:a16="http://schemas.microsoft.com/office/drawing/2014/main" id="{89145F01-AA4D-140D-B886-23DDD01321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dirty="0"/>
          </a:p>
        </p:txBody>
      </p:sp>
      <p:sp>
        <p:nvSpPr>
          <p:cNvPr id="5" name="Google Shape;103;p2">
            <a:extLst>
              <a:ext uri="{FF2B5EF4-FFF2-40B4-BE49-F238E27FC236}">
                <a16:creationId xmlns:a16="http://schemas.microsoft.com/office/drawing/2014/main" id="{A5DB3E22-5E45-F59D-5357-094BC14969AD}"/>
              </a:ext>
            </a:extLst>
          </p:cNvPr>
          <p:cNvSpPr txBox="1">
            <a:spLocks noGrp="1"/>
          </p:cNvSpPr>
          <p:nvPr>
            <p:ph type="dt" idx="10"/>
          </p:nvPr>
        </p:nvSpPr>
        <p:spPr>
          <a:xfrm>
            <a:off x="812802"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6" name="Google Shape;104;p2">
            <a:extLst>
              <a:ext uri="{FF2B5EF4-FFF2-40B4-BE49-F238E27FC236}">
                <a16:creationId xmlns:a16="http://schemas.microsoft.com/office/drawing/2014/main" id="{5EFDD396-6A8C-CB95-6C3D-835AABD6E897}"/>
              </a:ext>
            </a:extLst>
          </p:cNvPr>
          <p:cNvSpPr txBox="1">
            <a:spLocks noGrp="1"/>
          </p:cNvSpPr>
          <p:nvPr>
            <p:ph type="ftr" idx="11"/>
          </p:nvPr>
        </p:nvSpPr>
        <p:spPr>
          <a:xfrm>
            <a:off x="4165601"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Department of Artificial Intelligence and Data Science</a:t>
            </a:r>
          </a:p>
        </p:txBody>
      </p:sp>
    </p:spTree>
    <p:extLst>
      <p:ext uri="{BB962C8B-B14F-4D97-AF65-F5344CB8AC3E}">
        <p14:creationId xmlns:p14="http://schemas.microsoft.com/office/powerpoint/2010/main" val="2403366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0"/>
          <p:cNvSpPr txBox="1">
            <a:spLocks noGrp="1"/>
          </p:cNvSpPr>
          <p:nvPr>
            <p:ph type="title"/>
          </p:nvPr>
        </p:nvSpPr>
        <p:spPr>
          <a:xfrm>
            <a:off x="766233" y="304801"/>
            <a:ext cx="10668000" cy="1215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200" b="1" dirty="0"/>
              <a:t>System Architecture</a:t>
            </a:r>
            <a:endParaRPr sz="3200" b="1" dirty="0"/>
          </a:p>
        </p:txBody>
      </p:sp>
      <p:sp>
        <p:nvSpPr>
          <p:cNvPr id="189" name="Google Shape;189;p10"/>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Final Review</a:t>
            </a:r>
          </a:p>
        </p:txBody>
      </p:sp>
      <p:sp>
        <p:nvSpPr>
          <p:cNvPr id="190" name="Google Shape;190;p10"/>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191" name="Google Shape;191;p10"/>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lang="en-US"/>
          </a:p>
        </p:txBody>
      </p:sp>
      <p:pic>
        <p:nvPicPr>
          <p:cNvPr id="2" name="Picture 1">
            <a:extLst>
              <a:ext uri="{FF2B5EF4-FFF2-40B4-BE49-F238E27FC236}">
                <a16:creationId xmlns:a16="http://schemas.microsoft.com/office/drawing/2014/main" id="{4471D19F-F12D-6D64-F88E-D9FF8E7AEB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24297" y="1731236"/>
            <a:ext cx="8421189" cy="40512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1"/>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200" b="1"/>
              <a:t>List of modules</a:t>
            </a:r>
            <a:endParaRPr sz="3200" b="1"/>
          </a:p>
        </p:txBody>
      </p:sp>
      <p:sp>
        <p:nvSpPr>
          <p:cNvPr id="199" name="Google Shape;199;p11"/>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200" name="Google Shape;200;p1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201" name="Google Shape;201;p11"/>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lang="en-US"/>
          </a:p>
        </p:txBody>
      </p:sp>
      <p:sp>
        <p:nvSpPr>
          <p:cNvPr id="4" name="Text Placeholder 3">
            <a:extLst>
              <a:ext uri="{FF2B5EF4-FFF2-40B4-BE49-F238E27FC236}">
                <a16:creationId xmlns:a16="http://schemas.microsoft.com/office/drawing/2014/main" id="{A58FE35C-E655-E174-356E-6ADDFD0EB065}"/>
              </a:ext>
            </a:extLst>
          </p:cNvPr>
          <p:cNvSpPr>
            <a:spLocks noGrp="1" noChangeArrowheads="1"/>
          </p:cNvSpPr>
          <p:nvPr>
            <p:ph type="body" idx="1"/>
          </p:nvPr>
        </p:nvSpPr>
        <p:spPr bwMode="auto">
          <a:xfrm>
            <a:off x="812800" y="1712932"/>
            <a:ext cx="720101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solidFill>
                  <a:schemeClr val="tx1"/>
                </a:solidFill>
                <a:latin typeface="Verdana" panose="020B0604030504040204" pitchFamily="34" charset="0"/>
                <a:ea typeface="Verdana" panose="020B0604030504040204" pitchFamily="34" charset="0"/>
              </a:rPr>
              <a:t>1. </a:t>
            </a:r>
            <a:r>
              <a:rPr kumimoji="0" lang="en-US" altLang="en-US" sz="240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User Authentication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2. Chatbot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3. Event Selection and Customization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4. Data Encryption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5. Admin Dashboard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6. Email Notification Module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6EA59-0042-B90C-533F-E7785573F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A1A29-1E8E-C58C-0DF4-2EA36739513E}"/>
              </a:ext>
            </a:extLst>
          </p:cNvPr>
          <p:cNvSpPr>
            <a:spLocks noGrp="1"/>
          </p:cNvSpPr>
          <p:nvPr>
            <p:ph type="title"/>
          </p:nvPr>
        </p:nvSpPr>
        <p:spPr/>
        <p:txBody>
          <a:bodyPr/>
          <a:lstStyle/>
          <a:p>
            <a:r>
              <a:rPr lang="en-US" sz="3200" b="1" dirty="0"/>
              <a:t>User Authentication Module </a:t>
            </a:r>
            <a:endParaRPr lang="en-US" sz="6000" b="1" dirty="0"/>
          </a:p>
        </p:txBody>
      </p:sp>
      <p:sp>
        <p:nvSpPr>
          <p:cNvPr id="3" name="Google Shape;103;p2">
            <a:extLst>
              <a:ext uri="{FF2B5EF4-FFF2-40B4-BE49-F238E27FC236}">
                <a16:creationId xmlns:a16="http://schemas.microsoft.com/office/drawing/2014/main" id="{3D41AB51-288D-F169-CA22-679B362D7BC1}"/>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6" name="Google Shape;104;p2">
            <a:extLst>
              <a:ext uri="{FF2B5EF4-FFF2-40B4-BE49-F238E27FC236}">
                <a16:creationId xmlns:a16="http://schemas.microsoft.com/office/drawing/2014/main" id="{344BECD8-7E22-2216-8113-7349CC20EBFD}"/>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7" name="Google Shape;105;p2">
            <a:extLst>
              <a:ext uri="{FF2B5EF4-FFF2-40B4-BE49-F238E27FC236}">
                <a16:creationId xmlns:a16="http://schemas.microsoft.com/office/drawing/2014/main" id="{504540DE-E719-94D4-4A4D-CC8EFC71C502}"/>
              </a:ext>
            </a:extLst>
          </p:cNvPr>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lang="en-US"/>
          </a:p>
        </p:txBody>
      </p:sp>
      <p:sp>
        <p:nvSpPr>
          <p:cNvPr id="12" name="Text Placeholder 11">
            <a:extLst>
              <a:ext uri="{FF2B5EF4-FFF2-40B4-BE49-F238E27FC236}">
                <a16:creationId xmlns:a16="http://schemas.microsoft.com/office/drawing/2014/main" id="{59DE5806-6D52-0968-3348-8B8AACD9B443}"/>
              </a:ext>
            </a:extLst>
          </p:cNvPr>
          <p:cNvSpPr>
            <a:spLocks noGrp="1"/>
          </p:cNvSpPr>
          <p:nvPr>
            <p:ph type="body" idx="1"/>
          </p:nvPr>
        </p:nvSpPr>
        <p:spPr/>
        <p:txBody>
          <a:bodyPr/>
          <a:lstStyle/>
          <a:p>
            <a:pPr marL="114300" indent="0" algn="just">
              <a:buNone/>
            </a:pPr>
            <a:r>
              <a:rPr lang="en-US" sz="2400" dirty="0"/>
              <a:t>The User Authentication Module flowchart provides a structured approach for managing user access, incorporating both new user registration and existing user login. New users initiate the process through registration, where they create a password that is encrypted and stored securely to prevent unauthorized access. This step ensures that user credentials are protected, laying the foundation for secure account management. Additionally, if users forget their password, a password reset mechanism is available, allowing them to securely regain access without compromising their account's security.</a:t>
            </a:r>
          </a:p>
        </p:txBody>
      </p:sp>
    </p:spTree>
    <p:extLst>
      <p:ext uri="{BB962C8B-B14F-4D97-AF65-F5344CB8AC3E}">
        <p14:creationId xmlns:p14="http://schemas.microsoft.com/office/powerpoint/2010/main" val="3955961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C2E65-8A7B-64F8-6B0D-7D85009D2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BF823-2E93-B2CD-BD91-80603A00611A}"/>
              </a:ext>
            </a:extLst>
          </p:cNvPr>
          <p:cNvSpPr>
            <a:spLocks noGrp="1"/>
          </p:cNvSpPr>
          <p:nvPr>
            <p:ph type="title"/>
          </p:nvPr>
        </p:nvSpPr>
        <p:spPr/>
        <p:txBody>
          <a:bodyPr/>
          <a:lstStyle/>
          <a:p>
            <a:r>
              <a:rPr kumimoji="0" lang="en-US" altLang="en-US" sz="3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Chatbot Module</a:t>
            </a:r>
            <a:endParaRPr lang="en-US" sz="3200" b="1" dirty="0"/>
          </a:p>
        </p:txBody>
      </p:sp>
      <p:sp>
        <p:nvSpPr>
          <p:cNvPr id="4" name="Slide Number Placeholder 3">
            <a:extLst>
              <a:ext uri="{FF2B5EF4-FFF2-40B4-BE49-F238E27FC236}">
                <a16:creationId xmlns:a16="http://schemas.microsoft.com/office/drawing/2014/main" id="{1FFC70DA-E514-9A7D-30F3-0DA311781F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16</a:t>
            </a:fld>
            <a:endParaRPr lang="en-US"/>
          </a:p>
        </p:txBody>
      </p:sp>
      <p:sp>
        <p:nvSpPr>
          <p:cNvPr id="3" name="Google Shape;103;p2">
            <a:extLst>
              <a:ext uri="{FF2B5EF4-FFF2-40B4-BE49-F238E27FC236}">
                <a16:creationId xmlns:a16="http://schemas.microsoft.com/office/drawing/2014/main" id="{CB10BC07-E273-FD68-F65F-D520D8EEB555}"/>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5" name="Google Shape;104;p2">
            <a:extLst>
              <a:ext uri="{FF2B5EF4-FFF2-40B4-BE49-F238E27FC236}">
                <a16:creationId xmlns:a16="http://schemas.microsoft.com/office/drawing/2014/main" id="{96DBCEC6-211A-9201-010C-15252B607D68}"/>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Department of Artificial Intelligence and Data Science</a:t>
            </a:r>
          </a:p>
        </p:txBody>
      </p:sp>
      <p:sp>
        <p:nvSpPr>
          <p:cNvPr id="6" name="Text Placeholder 11">
            <a:extLst>
              <a:ext uri="{FF2B5EF4-FFF2-40B4-BE49-F238E27FC236}">
                <a16:creationId xmlns:a16="http://schemas.microsoft.com/office/drawing/2014/main" id="{B737B831-D238-DE72-3476-4D1FFF7B5333}"/>
              </a:ext>
            </a:extLst>
          </p:cNvPr>
          <p:cNvSpPr>
            <a:spLocks noGrp="1"/>
          </p:cNvSpPr>
          <p:nvPr>
            <p:ph type="body" idx="1"/>
          </p:nvPr>
        </p:nvSpPr>
        <p:spPr>
          <a:xfrm>
            <a:off x="755651" y="1752600"/>
            <a:ext cx="10668000" cy="4267200"/>
          </a:xfrm>
        </p:spPr>
        <p:txBody>
          <a:bodyPr/>
          <a:lstStyle/>
          <a:p>
            <a:pPr marL="114300" indent="0" algn="just">
              <a:buNone/>
            </a:pPr>
            <a:r>
              <a:rPr lang="en-US" sz="2400" dirty="0"/>
              <a:t>The Chatbot Interaction Module flowchart outlines a structured user engagement process. It begins with an initial greeting, after which users can follow two main paths: interaction or preference collection. In the interaction path, the chatbot conducts a question-and-response flow, offering event type and service suggestions and guiding users through navigation. In the preference collection path, it gathers user preferences for selecting services like venue, catering, and decor, while also providing real-time assistance for FAQs and queries. This design enables personalized support, helping users make informed decisions efficiently.</a:t>
            </a:r>
          </a:p>
        </p:txBody>
      </p:sp>
    </p:spTree>
    <p:extLst>
      <p:ext uri="{BB962C8B-B14F-4D97-AF65-F5344CB8AC3E}">
        <p14:creationId xmlns:p14="http://schemas.microsoft.com/office/powerpoint/2010/main" val="939678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83EA0-FFF0-D965-1023-1D97463B31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A6A39-0ECE-9CF9-EDA8-3C4AFFE3D8E7}"/>
              </a:ext>
            </a:extLst>
          </p:cNvPr>
          <p:cNvSpPr>
            <a:spLocks noGrp="1"/>
          </p:cNvSpPr>
          <p:nvPr>
            <p:ph type="title"/>
          </p:nvPr>
        </p:nvSpPr>
        <p:spPr/>
        <p:txBody>
          <a:bodyPr/>
          <a:lstStyle/>
          <a:p>
            <a:r>
              <a:rPr kumimoji="0" lang="en-US" altLang="en-US" sz="3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Event Selection and Customization Module</a:t>
            </a:r>
            <a:endParaRPr lang="en-US" sz="3200" b="1" dirty="0"/>
          </a:p>
        </p:txBody>
      </p:sp>
      <p:sp>
        <p:nvSpPr>
          <p:cNvPr id="4" name="Slide Number Placeholder 3">
            <a:extLst>
              <a:ext uri="{FF2B5EF4-FFF2-40B4-BE49-F238E27FC236}">
                <a16:creationId xmlns:a16="http://schemas.microsoft.com/office/drawing/2014/main" id="{BE351DBD-C4AD-5FE9-A596-53C11E0C12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17</a:t>
            </a:fld>
            <a:endParaRPr lang="en-US"/>
          </a:p>
        </p:txBody>
      </p:sp>
      <p:sp>
        <p:nvSpPr>
          <p:cNvPr id="3" name="Google Shape;103;p2">
            <a:extLst>
              <a:ext uri="{FF2B5EF4-FFF2-40B4-BE49-F238E27FC236}">
                <a16:creationId xmlns:a16="http://schemas.microsoft.com/office/drawing/2014/main" id="{05CA3BAC-A1ED-1248-29B7-8AC5D1E95B44}"/>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6" name="Google Shape;104;p2">
            <a:extLst>
              <a:ext uri="{FF2B5EF4-FFF2-40B4-BE49-F238E27FC236}">
                <a16:creationId xmlns:a16="http://schemas.microsoft.com/office/drawing/2014/main" id="{49767770-495D-FDFB-67CB-0D5E6BA25CE8}"/>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7" name="Text Placeholder 11">
            <a:extLst>
              <a:ext uri="{FF2B5EF4-FFF2-40B4-BE49-F238E27FC236}">
                <a16:creationId xmlns:a16="http://schemas.microsoft.com/office/drawing/2014/main" id="{569ECC89-9BCC-5306-2014-E2BBD3C225DA}"/>
              </a:ext>
            </a:extLst>
          </p:cNvPr>
          <p:cNvSpPr>
            <a:spLocks noGrp="1"/>
          </p:cNvSpPr>
          <p:nvPr>
            <p:ph type="body" idx="1"/>
          </p:nvPr>
        </p:nvSpPr>
        <p:spPr>
          <a:xfrm>
            <a:off x="755651" y="1752600"/>
            <a:ext cx="10668000" cy="4267200"/>
          </a:xfrm>
        </p:spPr>
        <p:txBody>
          <a:bodyPr/>
          <a:lstStyle/>
          <a:p>
            <a:pPr marL="114300" indent="0" algn="just">
              <a:buNone/>
            </a:pPr>
            <a:r>
              <a:rPr lang="en-US" sz="2400" dirty="0"/>
              <a:t>The Event Selection and Customization Module flowchart outlines a process for planning and personalizing events. It begins with selecting the event type (e.g., wedding, corporate, social gathering) and proceeds to choose a venue based on location and capacity. Users can then set decor preferences, such as theme and style, with dynamic updates provided in real time. Simultaneously, the module enables service options selection, including catering customization (menu, dietary needs) and additional services (e.g., entertainment). Finally, a summary presents an overview of all selected choices, ensuring a comprehensive event plan tailored to user preferences.</a:t>
            </a:r>
          </a:p>
        </p:txBody>
      </p:sp>
    </p:spTree>
    <p:extLst>
      <p:ext uri="{BB962C8B-B14F-4D97-AF65-F5344CB8AC3E}">
        <p14:creationId xmlns:p14="http://schemas.microsoft.com/office/powerpoint/2010/main" val="3440629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86ECD-F78A-C1F1-DD4C-7E0A7DC54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42F42D-B4E4-0A08-C737-43B589F48669}"/>
              </a:ext>
            </a:extLst>
          </p:cNvPr>
          <p:cNvSpPr>
            <a:spLocks noGrp="1"/>
          </p:cNvSpPr>
          <p:nvPr>
            <p:ph type="title"/>
          </p:nvPr>
        </p:nvSpPr>
        <p:spPr/>
        <p:txBody>
          <a:bodyPr/>
          <a:lstStyle/>
          <a:p>
            <a:r>
              <a:rPr kumimoji="0" lang="en-US" altLang="en-US" sz="3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Data Encryption Module</a:t>
            </a:r>
            <a:endParaRPr lang="en-US" sz="2800" b="1" dirty="0">
              <a:ln/>
              <a:solidFill>
                <a:schemeClr val="tx1"/>
              </a:solidFill>
              <a:effectLst>
                <a:outerShdw blurRad="38100" dist="19050" dir="2700000" algn="tl" rotWithShape="0">
                  <a:schemeClr val="dk1">
                    <a:alpha val="40000"/>
                  </a:schemeClr>
                </a:outerShdw>
              </a:effectLst>
            </a:endParaRPr>
          </a:p>
        </p:txBody>
      </p:sp>
      <p:sp>
        <p:nvSpPr>
          <p:cNvPr id="4" name="Slide Number Placeholder 3">
            <a:extLst>
              <a:ext uri="{FF2B5EF4-FFF2-40B4-BE49-F238E27FC236}">
                <a16:creationId xmlns:a16="http://schemas.microsoft.com/office/drawing/2014/main" id="{0E4AAC99-1E1C-79C9-8934-93A5EF70EE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18</a:t>
            </a:fld>
            <a:endParaRPr lang="en-US"/>
          </a:p>
        </p:txBody>
      </p:sp>
      <p:sp>
        <p:nvSpPr>
          <p:cNvPr id="3" name="Google Shape;103;p2">
            <a:extLst>
              <a:ext uri="{FF2B5EF4-FFF2-40B4-BE49-F238E27FC236}">
                <a16:creationId xmlns:a16="http://schemas.microsoft.com/office/drawing/2014/main" id="{28D4C4C9-4498-7213-9F78-97CD4AF0757E}"/>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5" name="Google Shape;104;p2">
            <a:extLst>
              <a:ext uri="{FF2B5EF4-FFF2-40B4-BE49-F238E27FC236}">
                <a16:creationId xmlns:a16="http://schemas.microsoft.com/office/drawing/2014/main" id="{38EB5BFB-9A63-AA77-7027-DD50F22A0B3A}"/>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Department of Artificial Intelligence and Data Science</a:t>
            </a:r>
          </a:p>
        </p:txBody>
      </p:sp>
      <p:sp>
        <p:nvSpPr>
          <p:cNvPr id="6" name="Text Placeholder 11">
            <a:extLst>
              <a:ext uri="{FF2B5EF4-FFF2-40B4-BE49-F238E27FC236}">
                <a16:creationId xmlns:a16="http://schemas.microsoft.com/office/drawing/2014/main" id="{90E864D1-00FC-8372-1127-AB3EE2348A4A}"/>
              </a:ext>
            </a:extLst>
          </p:cNvPr>
          <p:cNvSpPr>
            <a:spLocks noGrp="1"/>
          </p:cNvSpPr>
          <p:nvPr>
            <p:ph type="body" idx="1"/>
          </p:nvPr>
        </p:nvSpPr>
        <p:spPr>
          <a:xfrm>
            <a:off x="755651" y="1752600"/>
            <a:ext cx="10668000" cy="4267200"/>
          </a:xfrm>
        </p:spPr>
        <p:txBody>
          <a:bodyPr/>
          <a:lstStyle/>
          <a:p>
            <a:pPr marL="114300" indent="0" algn="just">
              <a:buNone/>
            </a:pPr>
            <a:r>
              <a:rPr lang="en-US" sz="2400" dirty="0"/>
              <a:t>This flowchart outlines a "Data Management and Encryption Module" that securely handles user data. It starts with </a:t>
            </a:r>
            <a:r>
              <a:rPr lang="en-US" sz="2400" i="1" dirty="0"/>
              <a:t>Data Storage</a:t>
            </a:r>
            <a:r>
              <a:rPr lang="en-US" sz="2400" dirty="0"/>
              <a:t> in MongoDB, followed by </a:t>
            </a:r>
            <a:r>
              <a:rPr lang="en-US" sz="2400" i="1" dirty="0"/>
              <a:t>Data Encryption</a:t>
            </a:r>
            <a:r>
              <a:rPr lang="en-US" sz="2400" dirty="0"/>
              <a:t> to protect sensitive information. </a:t>
            </a:r>
            <a:r>
              <a:rPr lang="en-US" sz="2400" i="1" dirty="0"/>
              <a:t>Access Control</a:t>
            </a:r>
            <a:r>
              <a:rPr lang="en-US" sz="2400" dirty="0"/>
              <a:t> enforces role-based authorization, while </a:t>
            </a:r>
            <a:r>
              <a:rPr lang="en-US" sz="2400" i="1" dirty="0"/>
              <a:t>Privacy Compliance</a:t>
            </a:r>
            <a:r>
              <a:rPr lang="en-US" sz="2400" dirty="0"/>
              <a:t> ensures adherence to data privacy standards. Parallel processes include </a:t>
            </a:r>
            <a:r>
              <a:rPr lang="en-US" sz="2400" i="1" dirty="0"/>
              <a:t>Data Retrieval</a:t>
            </a:r>
            <a:r>
              <a:rPr lang="en-US" sz="2400" dirty="0"/>
              <a:t> for module access, </a:t>
            </a:r>
            <a:r>
              <a:rPr lang="en-US" sz="2400" i="1" dirty="0"/>
              <a:t>Data Modification</a:t>
            </a:r>
            <a:r>
              <a:rPr lang="en-US" sz="2400" dirty="0"/>
              <a:t> for updates, and a </a:t>
            </a:r>
            <a:r>
              <a:rPr lang="en-US" sz="2400" i="1" dirty="0"/>
              <a:t>Data Integrity Check</a:t>
            </a:r>
            <a:r>
              <a:rPr lang="en-US" sz="2400" dirty="0"/>
              <a:t> to maintain consistency. The module emphasizes security, access control, and data integrity.</a:t>
            </a:r>
          </a:p>
        </p:txBody>
      </p:sp>
    </p:spTree>
    <p:extLst>
      <p:ext uri="{BB962C8B-B14F-4D97-AF65-F5344CB8AC3E}">
        <p14:creationId xmlns:p14="http://schemas.microsoft.com/office/powerpoint/2010/main" val="3630873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826D0-43E2-8A4E-EDF7-365923298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8A7D6-FAA5-CA96-07CB-478EDA32F51B}"/>
              </a:ext>
            </a:extLst>
          </p:cNvPr>
          <p:cNvSpPr>
            <a:spLocks noGrp="1"/>
          </p:cNvSpPr>
          <p:nvPr>
            <p:ph type="title"/>
          </p:nvPr>
        </p:nvSpPr>
        <p:spPr/>
        <p:txBody>
          <a:bodyPr/>
          <a:lstStyle/>
          <a:p>
            <a:r>
              <a:rPr kumimoji="0" lang="en-US" altLang="en-US" sz="3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Admin Dashboard Module</a:t>
            </a:r>
            <a:endParaRPr lang="en-US" sz="3200" b="1" dirty="0"/>
          </a:p>
        </p:txBody>
      </p:sp>
      <p:sp>
        <p:nvSpPr>
          <p:cNvPr id="4" name="Slide Number Placeholder 3">
            <a:extLst>
              <a:ext uri="{FF2B5EF4-FFF2-40B4-BE49-F238E27FC236}">
                <a16:creationId xmlns:a16="http://schemas.microsoft.com/office/drawing/2014/main" id="{7820849B-A9C4-CBC7-5392-A6BB81313DE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19</a:t>
            </a:fld>
            <a:endParaRPr lang="en-US"/>
          </a:p>
        </p:txBody>
      </p:sp>
      <p:sp>
        <p:nvSpPr>
          <p:cNvPr id="3" name="Google Shape;103;p2">
            <a:extLst>
              <a:ext uri="{FF2B5EF4-FFF2-40B4-BE49-F238E27FC236}">
                <a16:creationId xmlns:a16="http://schemas.microsoft.com/office/drawing/2014/main" id="{61CA635A-DBF1-197A-8D50-66CC503AE8A8}"/>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6" name="Google Shape;104;p2">
            <a:extLst>
              <a:ext uri="{FF2B5EF4-FFF2-40B4-BE49-F238E27FC236}">
                <a16:creationId xmlns:a16="http://schemas.microsoft.com/office/drawing/2014/main" id="{450F5477-6F07-35A6-231B-208F594A9319}"/>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7" name="Text Placeholder 11">
            <a:extLst>
              <a:ext uri="{FF2B5EF4-FFF2-40B4-BE49-F238E27FC236}">
                <a16:creationId xmlns:a16="http://schemas.microsoft.com/office/drawing/2014/main" id="{4EB5400F-1EBA-10C9-5793-B642F73EC13A}"/>
              </a:ext>
            </a:extLst>
          </p:cNvPr>
          <p:cNvSpPr>
            <a:spLocks noGrp="1"/>
          </p:cNvSpPr>
          <p:nvPr>
            <p:ph type="body" idx="1"/>
          </p:nvPr>
        </p:nvSpPr>
        <p:spPr>
          <a:xfrm>
            <a:off x="755651" y="1752600"/>
            <a:ext cx="10668000" cy="4267200"/>
          </a:xfrm>
        </p:spPr>
        <p:txBody>
          <a:bodyPr/>
          <a:lstStyle/>
          <a:p>
            <a:pPr marL="114300" indent="0" algn="just">
              <a:buNone/>
            </a:pPr>
            <a:r>
              <a:rPr lang="en-US" sz="2400" dirty="0"/>
              <a:t>This flowchart represents a "Booking Confirmation and Payment Module" that handles booking finalization and payment processing. It begins with </a:t>
            </a:r>
            <a:r>
              <a:rPr lang="en-US" sz="2400" i="1" dirty="0"/>
              <a:t>Booking Finalization</a:t>
            </a:r>
            <a:r>
              <a:rPr lang="en-US" sz="2400" dirty="0"/>
              <a:t> and </a:t>
            </a:r>
            <a:r>
              <a:rPr lang="en-US" sz="2400" i="1" dirty="0"/>
              <a:t>Payment Verification</a:t>
            </a:r>
            <a:r>
              <a:rPr lang="en-US" sz="2400" dirty="0"/>
              <a:t> for authentication and fraud detection, followed by </a:t>
            </a:r>
            <a:r>
              <a:rPr lang="en-US" sz="2400" i="1" dirty="0"/>
              <a:t>Booking Confirmation</a:t>
            </a:r>
            <a:r>
              <a:rPr lang="en-US" sz="2400" dirty="0"/>
              <a:t> and </a:t>
            </a:r>
            <a:r>
              <a:rPr lang="en-US" sz="2400" i="1" dirty="0"/>
              <a:t>Confirmation Dispatch</a:t>
            </a:r>
            <a:r>
              <a:rPr lang="en-US" sz="2400" dirty="0"/>
              <a:t> via email or notification. Parallelly, </a:t>
            </a:r>
            <a:r>
              <a:rPr lang="en-US" sz="2400" i="1" dirty="0"/>
              <a:t>Payment Processing</a:t>
            </a:r>
            <a:r>
              <a:rPr lang="en-US" sz="2400" dirty="0"/>
              <a:t> is secured, with </a:t>
            </a:r>
            <a:r>
              <a:rPr lang="en-US" sz="2400" i="1" dirty="0"/>
              <a:t>Transaction Recording</a:t>
            </a:r>
            <a:r>
              <a:rPr lang="en-US" sz="2400" dirty="0"/>
              <a:t> and </a:t>
            </a:r>
            <a:r>
              <a:rPr lang="en-US" sz="2400" i="1" dirty="0"/>
              <a:t>Confirmation Details Recording</a:t>
            </a:r>
            <a:r>
              <a:rPr lang="en-US" sz="2400" dirty="0"/>
              <a:t> storing payment and booking summaries. This module ensures secure transactions and efficient booking confirmation.</a:t>
            </a:r>
          </a:p>
        </p:txBody>
      </p:sp>
    </p:spTree>
    <p:extLst>
      <p:ext uri="{BB962C8B-B14F-4D97-AF65-F5344CB8AC3E}">
        <p14:creationId xmlns:p14="http://schemas.microsoft.com/office/powerpoint/2010/main" val="2660802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18C82-D4CB-A39D-50AC-23AADDE94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A9E467-25C6-3D48-652E-59E19DE1A06B}"/>
              </a:ext>
            </a:extLst>
          </p:cNvPr>
          <p:cNvSpPr>
            <a:spLocks noGrp="1"/>
          </p:cNvSpPr>
          <p:nvPr>
            <p:ph type="title"/>
          </p:nvPr>
        </p:nvSpPr>
        <p:spPr/>
        <p:txBody>
          <a:bodyPr/>
          <a:lstStyle/>
          <a:p>
            <a:r>
              <a:rPr kumimoji="0" lang="en-US" altLang="en-US" sz="3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Email Notification Module</a:t>
            </a:r>
            <a:endParaRPr lang="en-US" sz="3200" b="1" dirty="0"/>
          </a:p>
        </p:txBody>
      </p:sp>
      <p:sp>
        <p:nvSpPr>
          <p:cNvPr id="4" name="Slide Number Placeholder 3">
            <a:extLst>
              <a:ext uri="{FF2B5EF4-FFF2-40B4-BE49-F238E27FC236}">
                <a16:creationId xmlns:a16="http://schemas.microsoft.com/office/drawing/2014/main" id="{14CCA934-061B-4975-A101-AFD253805C2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20</a:t>
            </a:fld>
            <a:endParaRPr lang="en-US"/>
          </a:p>
        </p:txBody>
      </p:sp>
      <p:sp>
        <p:nvSpPr>
          <p:cNvPr id="3" name="Google Shape;103;p2">
            <a:extLst>
              <a:ext uri="{FF2B5EF4-FFF2-40B4-BE49-F238E27FC236}">
                <a16:creationId xmlns:a16="http://schemas.microsoft.com/office/drawing/2014/main" id="{D41A0468-1AF5-8223-145B-E453F557295F}"/>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6" name="Google Shape;104;p2">
            <a:extLst>
              <a:ext uri="{FF2B5EF4-FFF2-40B4-BE49-F238E27FC236}">
                <a16:creationId xmlns:a16="http://schemas.microsoft.com/office/drawing/2014/main" id="{262C47DB-A22E-F26A-4A04-76519AA80AAD}"/>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7" name="Text Placeholder 11">
            <a:extLst>
              <a:ext uri="{FF2B5EF4-FFF2-40B4-BE49-F238E27FC236}">
                <a16:creationId xmlns:a16="http://schemas.microsoft.com/office/drawing/2014/main" id="{92D5AB36-891E-4744-8DD2-18B0CD8FD8DD}"/>
              </a:ext>
            </a:extLst>
          </p:cNvPr>
          <p:cNvSpPr>
            <a:spLocks noGrp="1"/>
          </p:cNvSpPr>
          <p:nvPr>
            <p:ph type="body" idx="1"/>
          </p:nvPr>
        </p:nvSpPr>
        <p:spPr>
          <a:xfrm>
            <a:off x="755651" y="1752600"/>
            <a:ext cx="10668000" cy="4267200"/>
          </a:xfrm>
        </p:spPr>
        <p:txBody>
          <a:bodyPr/>
          <a:lstStyle/>
          <a:p>
            <a:pPr marL="114300" indent="0" algn="just">
              <a:buNone/>
            </a:pPr>
            <a:r>
              <a:rPr lang="en-US" sz="2400" dirty="0"/>
              <a:t>This flowchart depicts an automated email and notification module for bookings. After a booking is completed, a confirmation email with a summary and receipt is generated and sent to the user’s registered email. A phone verification SMS or notification is also triggered, followed by a summary that tracks delivery status and resends notifications if needed.</a:t>
            </a:r>
          </a:p>
        </p:txBody>
      </p:sp>
    </p:spTree>
    <p:extLst>
      <p:ext uri="{BB962C8B-B14F-4D97-AF65-F5344CB8AC3E}">
        <p14:creationId xmlns:p14="http://schemas.microsoft.com/office/powerpoint/2010/main" val="3242856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C5955-12F1-61FD-09B8-4916F5B8411C}"/>
              </a:ext>
            </a:extLst>
          </p:cNvPr>
          <p:cNvSpPr>
            <a:spLocks noGrp="1"/>
          </p:cNvSpPr>
          <p:nvPr>
            <p:ph type="title"/>
          </p:nvPr>
        </p:nvSpPr>
        <p:spPr/>
        <p:txBody>
          <a:bodyPr/>
          <a:lstStyle/>
          <a:p>
            <a:r>
              <a:rPr lang="en-IN" sz="3200" b="1" dirty="0">
                <a:effectLst/>
                <a:latin typeface="Verdana" panose="020B0604030504040204" pitchFamily="34" charset="0"/>
                <a:ea typeface="Verdana" panose="020B0604030504040204" pitchFamily="34" charset="0"/>
              </a:rPr>
              <a:t>Software Testing: Event Assistant Chatbot Website</a:t>
            </a:r>
            <a:endParaRPr lang="en-US" sz="3200" dirty="0">
              <a:latin typeface="Verdana" panose="020B0604030504040204" pitchFamily="34" charset="0"/>
              <a:ea typeface="Verdana" panose="020B0604030504040204" pitchFamily="34" charset="0"/>
            </a:endParaRPr>
          </a:p>
        </p:txBody>
      </p:sp>
      <p:sp>
        <p:nvSpPr>
          <p:cNvPr id="3" name="Text Placeholder 2">
            <a:extLst>
              <a:ext uri="{FF2B5EF4-FFF2-40B4-BE49-F238E27FC236}">
                <a16:creationId xmlns:a16="http://schemas.microsoft.com/office/drawing/2014/main" id="{BD1E0C77-0969-5EAA-F6F6-38C3FA0703C5}"/>
              </a:ext>
            </a:extLst>
          </p:cNvPr>
          <p:cNvSpPr>
            <a:spLocks noGrp="1"/>
          </p:cNvSpPr>
          <p:nvPr>
            <p:ph type="body" idx="1"/>
          </p:nvPr>
        </p:nvSpPr>
        <p:spPr/>
        <p:txBody>
          <a:bodyPr/>
          <a:lstStyle/>
          <a:p>
            <a:pPr>
              <a:buClr>
                <a:schemeClr val="tx1"/>
              </a:buClr>
              <a:buFont typeface="Verdana" panose="020B0604030504040204" pitchFamily="34" charset="0"/>
              <a:buChar char="●"/>
            </a:pPr>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The Event Assistant Chatbot website underwent comprehensive testing to verify its functionality, usability, and performance. The purpose of this testing was to ensure that the chatbot meets the intended user experience goals and operates smoothly under various conditions. Functional testing was conducted to confirm that core features, such as sending messages, responding to commands (like "Participate" and "Arrange"), and handling both long and empty inputs, work as expected. All functional test cases passed successfully, indicating that the chatbot performs its core tasks reliably.</a:t>
            </a:r>
          </a:p>
          <a:p>
            <a:pPr>
              <a:buClr>
                <a:schemeClr val="tx1"/>
              </a:buClr>
              <a:buFont typeface="Verdana" panose="020B0604030504040204" pitchFamily="34" charset="0"/>
              <a:buChar char="●"/>
            </a:pPr>
            <a:r>
              <a:rPr lang="en-IN" sz="1800" dirty="0">
                <a:effectLst/>
                <a:latin typeface="Times New Roman" panose="02020603050405020304" pitchFamily="18" charset="0"/>
                <a:ea typeface="Calibri" panose="020F0502020204030204" pitchFamily="34" charset="0"/>
              </a:rPr>
              <a:t>Usability testing focused on the chatbot’s responsiveness and user interface. Tests included verifying the chatbot's adaptability across devices, the alignment and accessibility of buttons, and ease of input. Minor accessibility issues were found, particularly with screen reader compatibility, which could be improved to enhance the experience for users with disabilities. Performance testing involved measuring the chatbot's response times under both normal and high-load conditions. The chatbot consistently met acceptable response times, averaging 1.8 seconds under normal load and remaining under 5 seconds even with simulated high load. During extreme, high-frequency input, the response time slightly increased but remained stable without crashes.</a:t>
            </a:r>
            <a:endParaRPr lang="en-US" sz="2400" dirty="0"/>
          </a:p>
        </p:txBody>
      </p:sp>
      <p:sp>
        <p:nvSpPr>
          <p:cNvPr id="4" name="Slide Number Placeholder 3">
            <a:extLst>
              <a:ext uri="{FF2B5EF4-FFF2-40B4-BE49-F238E27FC236}">
                <a16:creationId xmlns:a16="http://schemas.microsoft.com/office/drawing/2014/main" id="{1FE7FA6B-3E31-B7D5-A879-4E7AE0217D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28398849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CF57D-AF91-9118-7D78-E47B611D0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53F44-EBD4-3960-9812-06987EBDBA2C}"/>
              </a:ext>
            </a:extLst>
          </p:cNvPr>
          <p:cNvSpPr>
            <a:spLocks noGrp="1"/>
          </p:cNvSpPr>
          <p:nvPr>
            <p:ph type="title"/>
          </p:nvPr>
        </p:nvSpPr>
        <p:spPr/>
        <p:txBody>
          <a:bodyPr/>
          <a:lstStyle/>
          <a:p>
            <a:r>
              <a:rPr lang="en-IN" sz="3200" b="1" dirty="0">
                <a:effectLst/>
                <a:latin typeface="Verdana" panose="020B0604030504040204" pitchFamily="34" charset="0"/>
                <a:ea typeface="Verdana" panose="020B0604030504040204" pitchFamily="34" charset="0"/>
              </a:rPr>
              <a:t>Software Testing: Event Assistant Chatbot Website (Output)</a:t>
            </a:r>
            <a:endParaRPr lang="en-US" sz="3200" dirty="0">
              <a:latin typeface="Verdana" panose="020B0604030504040204" pitchFamily="34" charset="0"/>
              <a:ea typeface="Verdana" panose="020B0604030504040204" pitchFamily="34" charset="0"/>
            </a:endParaRPr>
          </a:p>
        </p:txBody>
      </p:sp>
      <p:sp>
        <p:nvSpPr>
          <p:cNvPr id="4" name="Slide Number Placeholder 3">
            <a:extLst>
              <a:ext uri="{FF2B5EF4-FFF2-40B4-BE49-F238E27FC236}">
                <a16:creationId xmlns:a16="http://schemas.microsoft.com/office/drawing/2014/main" id="{1FA4DDD9-E999-6DF7-5FAF-84E3EA56C3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pic>
        <p:nvPicPr>
          <p:cNvPr id="6" name="Picture 5">
            <a:extLst>
              <a:ext uri="{FF2B5EF4-FFF2-40B4-BE49-F238E27FC236}">
                <a16:creationId xmlns:a16="http://schemas.microsoft.com/office/drawing/2014/main" id="{A9A5153D-C4D6-4A36-1A03-F7B3F08B3E01}"/>
              </a:ext>
            </a:extLst>
          </p:cNvPr>
          <p:cNvPicPr>
            <a:picLocks noChangeAspect="1"/>
          </p:cNvPicPr>
          <p:nvPr/>
        </p:nvPicPr>
        <p:blipFill>
          <a:blip r:embed="rId2"/>
          <a:stretch>
            <a:fillRect/>
          </a:stretch>
        </p:blipFill>
        <p:spPr>
          <a:xfrm>
            <a:off x="1830854" y="2717075"/>
            <a:ext cx="8530292" cy="1664834"/>
          </a:xfrm>
          <a:prstGeom prst="rect">
            <a:avLst/>
          </a:prstGeom>
        </p:spPr>
      </p:pic>
    </p:spTree>
    <p:extLst>
      <p:ext uri="{BB962C8B-B14F-4D97-AF65-F5344CB8AC3E}">
        <p14:creationId xmlns:p14="http://schemas.microsoft.com/office/powerpoint/2010/main" val="2911188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Verdana" panose="020B0604030504040204" pitchFamily="34" charset="0"/>
                <a:ea typeface="Verdana" panose="020B0604030504040204" pitchFamily="34" charset="0"/>
                <a:cs typeface="Arial" panose="020B0604020202020204" pitchFamily="34" charset="0"/>
                <a:sym typeface="+mn-ea"/>
              </a:rPr>
              <a:t>Visualization of Results</a:t>
            </a:r>
            <a:endParaRPr lang="en-US" sz="3200" b="1" dirty="0">
              <a:latin typeface="Verdana" panose="020B0604030504040204" pitchFamily="34" charset="0"/>
              <a:ea typeface="Verdana" panose="020B0604030504040204" pitchFamily="34"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23</a:t>
            </a:fld>
            <a:endParaRPr lang="en-US"/>
          </a:p>
        </p:txBody>
      </p:sp>
      <p:pic>
        <p:nvPicPr>
          <p:cNvPr id="5" name="Picture 4">
            <a:extLst>
              <a:ext uri="{FF2B5EF4-FFF2-40B4-BE49-F238E27FC236}">
                <a16:creationId xmlns:a16="http://schemas.microsoft.com/office/drawing/2014/main" id="{337EC594-D9EB-ABF2-43C0-24019F9A2648}"/>
              </a:ext>
            </a:extLst>
          </p:cNvPr>
          <p:cNvPicPr>
            <a:picLocks noChangeAspect="1"/>
          </p:cNvPicPr>
          <p:nvPr/>
        </p:nvPicPr>
        <p:blipFill>
          <a:blip r:embed="rId2"/>
          <a:stretch>
            <a:fillRect/>
          </a:stretch>
        </p:blipFill>
        <p:spPr>
          <a:xfrm>
            <a:off x="3361509" y="1672046"/>
            <a:ext cx="5116693" cy="4467497"/>
          </a:xfrm>
          <a:prstGeom prst="rect">
            <a:avLst/>
          </a:prstGeom>
        </p:spPr>
      </p:pic>
      <p:sp>
        <p:nvSpPr>
          <p:cNvPr id="3" name="Google Shape;103;p2">
            <a:extLst>
              <a:ext uri="{FF2B5EF4-FFF2-40B4-BE49-F238E27FC236}">
                <a16:creationId xmlns:a16="http://schemas.microsoft.com/office/drawing/2014/main" id="{3041B984-E4A8-DC85-CD17-5FC08C2768DF}"/>
              </a:ext>
            </a:extLst>
          </p:cNvPr>
          <p:cNvSpPr txBox="1">
            <a:spLocks noGrp="1"/>
          </p:cNvSpPr>
          <p:nvPr>
            <p:ph type="dt" idx="10"/>
          </p:nvPr>
        </p:nvSpPr>
        <p:spPr>
          <a:xfrm>
            <a:off x="828766" y="6276884"/>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6" name="Google Shape;104;p2">
            <a:extLst>
              <a:ext uri="{FF2B5EF4-FFF2-40B4-BE49-F238E27FC236}">
                <a16:creationId xmlns:a16="http://schemas.microsoft.com/office/drawing/2014/main" id="{CE6BA852-6D3D-4975-F422-AB998D8A3FCE}"/>
              </a:ext>
            </a:extLst>
          </p:cNvPr>
          <p:cNvSpPr txBox="1">
            <a:spLocks noGrp="1"/>
          </p:cNvSpPr>
          <p:nvPr>
            <p:ph type="ftr" idx="11"/>
          </p:nvPr>
        </p:nvSpPr>
        <p:spPr>
          <a:xfrm>
            <a:off x="4173583" y="6259103"/>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3ADB5-9B6D-8F58-B3CD-7AAC01A32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4C7359-C7BD-FE16-CCDF-20CD3DC94BAE}"/>
              </a:ext>
            </a:extLst>
          </p:cNvPr>
          <p:cNvSpPr>
            <a:spLocks noGrp="1"/>
          </p:cNvSpPr>
          <p:nvPr>
            <p:ph type="title"/>
          </p:nvPr>
        </p:nvSpPr>
        <p:spPr/>
        <p:txBody>
          <a:bodyPr/>
          <a:lstStyle/>
          <a:p>
            <a:r>
              <a:rPr lang="en-US" sz="3200" b="1" dirty="0">
                <a:latin typeface="Verdana" panose="020B0604030504040204" pitchFamily="34" charset="0"/>
                <a:ea typeface="Verdana" panose="020B0604030504040204" pitchFamily="34" charset="0"/>
                <a:cs typeface="Arial" panose="020B0604020202020204" pitchFamily="34" charset="0"/>
                <a:sym typeface="+mn-ea"/>
              </a:rPr>
              <a:t>Visualization of Results</a:t>
            </a:r>
            <a:endParaRPr lang="en-US" sz="3200" b="1" dirty="0">
              <a:latin typeface="Verdana" panose="020B0604030504040204" pitchFamily="34" charset="0"/>
              <a:ea typeface="Verdana" panose="020B0604030504040204" pitchFamily="34" charset="0"/>
            </a:endParaRPr>
          </a:p>
        </p:txBody>
      </p:sp>
      <p:sp>
        <p:nvSpPr>
          <p:cNvPr id="4" name="Slide Number Placeholder 3">
            <a:extLst>
              <a:ext uri="{FF2B5EF4-FFF2-40B4-BE49-F238E27FC236}">
                <a16:creationId xmlns:a16="http://schemas.microsoft.com/office/drawing/2014/main" id="{CDE3F386-C6DD-6F8D-A1EB-6C9C2DAE37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24</a:t>
            </a:fld>
            <a:endParaRPr lang="en-US"/>
          </a:p>
        </p:txBody>
      </p:sp>
      <p:pic>
        <p:nvPicPr>
          <p:cNvPr id="6" name="Picture 5">
            <a:extLst>
              <a:ext uri="{FF2B5EF4-FFF2-40B4-BE49-F238E27FC236}">
                <a16:creationId xmlns:a16="http://schemas.microsoft.com/office/drawing/2014/main" id="{A36D5012-D219-9BEB-D1F9-EC78E7C55AB6}"/>
              </a:ext>
            </a:extLst>
          </p:cNvPr>
          <p:cNvPicPr>
            <a:picLocks noChangeAspect="1"/>
          </p:cNvPicPr>
          <p:nvPr/>
        </p:nvPicPr>
        <p:blipFill>
          <a:blip r:embed="rId2"/>
          <a:stretch>
            <a:fillRect/>
          </a:stretch>
        </p:blipFill>
        <p:spPr>
          <a:xfrm>
            <a:off x="1727200" y="1606471"/>
            <a:ext cx="8737599" cy="4553108"/>
          </a:xfrm>
          <a:prstGeom prst="rect">
            <a:avLst/>
          </a:prstGeom>
        </p:spPr>
      </p:pic>
      <p:sp>
        <p:nvSpPr>
          <p:cNvPr id="3" name="Google Shape;103;p2">
            <a:extLst>
              <a:ext uri="{FF2B5EF4-FFF2-40B4-BE49-F238E27FC236}">
                <a16:creationId xmlns:a16="http://schemas.microsoft.com/office/drawing/2014/main" id="{89F28710-3A61-76D8-C659-81DBCFF59064}"/>
              </a:ext>
            </a:extLst>
          </p:cNvPr>
          <p:cNvSpPr txBox="1">
            <a:spLocks noGrp="1"/>
          </p:cNvSpPr>
          <p:nvPr>
            <p:ph type="dt" idx="10"/>
          </p:nvPr>
        </p:nvSpPr>
        <p:spPr>
          <a:xfrm>
            <a:off x="766233"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5" name="Google Shape;104;p2">
            <a:extLst>
              <a:ext uri="{FF2B5EF4-FFF2-40B4-BE49-F238E27FC236}">
                <a16:creationId xmlns:a16="http://schemas.microsoft.com/office/drawing/2014/main" id="{88FCD888-633F-B8F7-B7D7-B708638FDBF2}"/>
              </a:ext>
            </a:extLst>
          </p:cNvPr>
          <p:cNvSpPr txBox="1">
            <a:spLocks noGrp="1"/>
          </p:cNvSpPr>
          <p:nvPr>
            <p:ph type="ftr" idx="11"/>
          </p:nvPr>
        </p:nvSpPr>
        <p:spPr>
          <a:xfrm>
            <a:off x="4165599"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Tree>
    <p:extLst>
      <p:ext uri="{BB962C8B-B14F-4D97-AF65-F5344CB8AC3E}">
        <p14:creationId xmlns:p14="http://schemas.microsoft.com/office/powerpoint/2010/main" val="2216187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EE262-5019-5CF7-EFC7-21BCB710EB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4D230-C7B4-A519-E58E-6BDE36B1D2C0}"/>
              </a:ext>
            </a:extLst>
          </p:cNvPr>
          <p:cNvSpPr>
            <a:spLocks noGrp="1"/>
          </p:cNvSpPr>
          <p:nvPr>
            <p:ph type="title"/>
          </p:nvPr>
        </p:nvSpPr>
        <p:spPr/>
        <p:txBody>
          <a:bodyPr/>
          <a:lstStyle/>
          <a:p>
            <a:r>
              <a:rPr lang="en-US" sz="3200" b="1" dirty="0">
                <a:latin typeface="Verdana" panose="020B0604030504040204" pitchFamily="34" charset="0"/>
                <a:ea typeface="Verdana" panose="020B0604030504040204" pitchFamily="34" charset="0"/>
                <a:cs typeface="Arial" panose="020B0604020202020204" pitchFamily="34" charset="0"/>
                <a:sym typeface="+mn-ea"/>
              </a:rPr>
              <a:t>Visualization of Results</a:t>
            </a:r>
            <a:endParaRPr lang="en-US" sz="3200" b="1" dirty="0">
              <a:latin typeface="Verdana" panose="020B0604030504040204" pitchFamily="34" charset="0"/>
              <a:ea typeface="Verdana" panose="020B0604030504040204" pitchFamily="34" charset="0"/>
            </a:endParaRPr>
          </a:p>
        </p:txBody>
      </p:sp>
      <p:sp>
        <p:nvSpPr>
          <p:cNvPr id="4" name="Slide Number Placeholder 3">
            <a:extLst>
              <a:ext uri="{FF2B5EF4-FFF2-40B4-BE49-F238E27FC236}">
                <a16:creationId xmlns:a16="http://schemas.microsoft.com/office/drawing/2014/main" id="{9FD43832-0DCA-DE95-BEE1-852E3A5EBE5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25</a:t>
            </a:fld>
            <a:endParaRPr lang="en-US"/>
          </a:p>
        </p:txBody>
      </p:sp>
      <p:pic>
        <p:nvPicPr>
          <p:cNvPr id="5" name="Picture 4">
            <a:extLst>
              <a:ext uri="{FF2B5EF4-FFF2-40B4-BE49-F238E27FC236}">
                <a16:creationId xmlns:a16="http://schemas.microsoft.com/office/drawing/2014/main" id="{1BD120E0-279E-29AA-ABBB-37A38E075B76}"/>
              </a:ext>
            </a:extLst>
          </p:cNvPr>
          <p:cNvPicPr>
            <a:picLocks noChangeAspect="1"/>
          </p:cNvPicPr>
          <p:nvPr/>
        </p:nvPicPr>
        <p:blipFill>
          <a:blip r:embed="rId2"/>
          <a:stretch>
            <a:fillRect/>
          </a:stretch>
        </p:blipFill>
        <p:spPr>
          <a:xfrm>
            <a:off x="3553437" y="1818267"/>
            <a:ext cx="5085125" cy="4426958"/>
          </a:xfrm>
          <a:prstGeom prst="rect">
            <a:avLst/>
          </a:prstGeom>
        </p:spPr>
      </p:pic>
      <p:sp>
        <p:nvSpPr>
          <p:cNvPr id="3" name="Google Shape;103;p2">
            <a:extLst>
              <a:ext uri="{FF2B5EF4-FFF2-40B4-BE49-F238E27FC236}">
                <a16:creationId xmlns:a16="http://schemas.microsoft.com/office/drawing/2014/main" id="{CA47E47A-3271-A246-D1A7-AA0CF8AAC67A}"/>
              </a:ext>
            </a:extLst>
          </p:cNvPr>
          <p:cNvSpPr txBox="1">
            <a:spLocks noGrp="1"/>
          </p:cNvSpPr>
          <p:nvPr>
            <p:ph type="dt" idx="10"/>
          </p:nvPr>
        </p:nvSpPr>
        <p:spPr>
          <a:xfrm>
            <a:off x="835637"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6" name="Google Shape;104;p2">
            <a:extLst>
              <a:ext uri="{FF2B5EF4-FFF2-40B4-BE49-F238E27FC236}">
                <a16:creationId xmlns:a16="http://schemas.microsoft.com/office/drawing/2014/main" id="{72F10132-F9B5-AAEB-55DE-032D84EDC69B}"/>
              </a:ext>
            </a:extLst>
          </p:cNvPr>
          <p:cNvSpPr txBox="1">
            <a:spLocks noGrp="1"/>
          </p:cNvSpPr>
          <p:nvPr>
            <p:ph type="ftr" idx="11"/>
          </p:nvPr>
        </p:nvSpPr>
        <p:spPr>
          <a:xfrm>
            <a:off x="4253219" y="6304541"/>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Tree>
    <p:extLst>
      <p:ext uri="{BB962C8B-B14F-4D97-AF65-F5344CB8AC3E}">
        <p14:creationId xmlns:p14="http://schemas.microsoft.com/office/powerpoint/2010/main" val="37435068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E632A-9820-50CE-50C7-6C9CD883C6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E1A76-5634-5BD3-2B30-9738CBDB2E94}"/>
              </a:ext>
            </a:extLst>
          </p:cNvPr>
          <p:cNvSpPr>
            <a:spLocks noGrp="1"/>
          </p:cNvSpPr>
          <p:nvPr>
            <p:ph type="title"/>
          </p:nvPr>
        </p:nvSpPr>
        <p:spPr/>
        <p:txBody>
          <a:bodyPr/>
          <a:lstStyle/>
          <a:p>
            <a:r>
              <a:rPr lang="en-US" sz="3200" b="1" dirty="0">
                <a:latin typeface="Verdana" panose="020B0604030504040204" pitchFamily="34" charset="0"/>
                <a:ea typeface="Verdana" panose="020B0604030504040204" pitchFamily="34" charset="0"/>
                <a:cs typeface="Arial" panose="020B0604020202020204" pitchFamily="34" charset="0"/>
                <a:sym typeface="+mn-ea"/>
              </a:rPr>
              <a:t>Visualization of Results</a:t>
            </a:r>
            <a:endParaRPr lang="en-US" sz="3200" b="1" dirty="0">
              <a:latin typeface="Verdana" panose="020B0604030504040204" pitchFamily="34" charset="0"/>
              <a:ea typeface="Verdana" panose="020B0604030504040204" pitchFamily="34" charset="0"/>
            </a:endParaRPr>
          </a:p>
        </p:txBody>
      </p:sp>
      <p:sp>
        <p:nvSpPr>
          <p:cNvPr id="4" name="Slide Number Placeholder 3">
            <a:extLst>
              <a:ext uri="{FF2B5EF4-FFF2-40B4-BE49-F238E27FC236}">
                <a16:creationId xmlns:a16="http://schemas.microsoft.com/office/drawing/2014/main" id="{5C15BEEA-E667-7E9C-C6EE-4175044F8E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26</a:t>
            </a:fld>
            <a:endParaRPr lang="en-US"/>
          </a:p>
        </p:txBody>
      </p:sp>
      <p:pic>
        <p:nvPicPr>
          <p:cNvPr id="6" name="Picture 5">
            <a:extLst>
              <a:ext uri="{FF2B5EF4-FFF2-40B4-BE49-F238E27FC236}">
                <a16:creationId xmlns:a16="http://schemas.microsoft.com/office/drawing/2014/main" id="{F18B28DF-0D54-86B2-FDF4-2EA5DEDE609A}"/>
              </a:ext>
            </a:extLst>
          </p:cNvPr>
          <p:cNvPicPr>
            <a:picLocks noChangeAspect="1"/>
          </p:cNvPicPr>
          <p:nvPr/>
        </p:nvPicPr>
        <p:blipFill>
          <a:blip r:embed="rId2"/>
          <a:stretch>
            <a:fillRect/>
          </a:stretch>
        </p:blipFill>
        <p:spPr>
          <a:xfrm>
            <a:off x="4693389" y="1711915"/>
            <a:ext cx="2805222" cy="4401502"/>
          </a:xfrm>
          <a:prstGeom prst="rect">
            <a:avLst/>
          </a:prstGeom>
        </p:spPr>
      </p:pic>
      <p:sp>
        <p:nvSpPr>
          <p:cNvPr id="3" name="Google Shape;103;p2">
            <a:extLst>
              <a:ext uri="{FF2B5EF4-FFF2-40B4-BE49-F238E27FC236}">
                <a16:creationId xmlns:a16="http://schemas.microsoft.com/office/drawing/2014/main" id="{9FA18194-F1BD-44FB-54C6-FF8FB85C9C3C}"/>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5" name="Google Shape;104;p2">
            <a:extLst>
              <a:ext uri="{FF2B5EF4-FFF2-40B4-BE49-F238E27FC236}">
                <a16:creationId xmlns:a16="http://schemas.microsoft.com/office/drawing/2014/main" id="{0EC0A95F-8477-FE9D-192A-BF15BE511396}"/>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Department of Artificial Intelligence and Data Science</a:t>
            </a:r>
          </a:p>
        </p:txBody>
      </p:sp>
    </p:spTree>
    <p:extLst>
      <p:ext uri="{BB962C8B-B14F-4D97-AF65-F5344CB8AC3E}">
        <p14:creationId xmlns:p14="http://schemas.microsoft.com/office/powerpoint/2010/main" val="1574966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B4386-2110-864B-60A7-242A640FB8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34B024-B769-8E64-9728-86E0D7B67C6E}"/>
              </a:ext>
            </a:extLst>
          </p:cNvPr>
          <p:cNvSpPr>
            <a:spLocks noGrp="1"/>
          </p:cNvSpPr>
          <p:nvPr>
            <p:ph type="title"/>
          </p:nvPr>
        </p:nvSpPr>
        <p:spPr/>
        <p:txBody>
          <a:bodyPr/>
          <a:lstStyle/>
          <a:p>
            <a:r>
              <a:rPr lang="en-US" sz="3200" b="1" dirty="0">
                <a:latin typeface="Verdana" panose="020B0604030504040204" pitchFamily="34" charset="0"/>
                <a:ea typeface="Verdana" panose="020B0604030504040204" pitchFamily="34" charset="0"/>
                <a:cs typeface="Arial" panose="020B0604020202020204" pitchFamily="34" charset="0"/>
                <a:sym typeface="+mn-ea"/>
              </a:rPr>
              <a:t>Visualization of Results</a:t>
            </a:r>
            <a:endParaRPr lang="en-US" sz="3200" b="1" dirty="0">
              <a:latin typeface="Verdana" panose="020B0604030504040204" pitchFamily="34" charset="0"/>
              <a:ea typeface="Verdana" panose="020B0604030504040204" pitchFamily="34" charset="0"/>
            </a:endParaRPr>
          </a:p>
        </p:txBody>
      </p:sp>
      <p:sp>
        <p:nvSpPr>
          <p:cNvPr id="4" name="Slide Number Placeholder 3">
            <a:extLst>
              <a:ext uri="{FF2B5EF4-FFF2-40B4-BE49-F238E27FC236}">
                <a16:creationId xmlns:a16="http://schemas.microsoft.com/office/drawing/2014/main" id="{0A4EBC98-4523-0B83-78B7-664AA1C090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27</a:t>
            </a:fld>
            <a:endParaRPr lang="en-US"/>
          </a:p>
        </p:txBody>
      </p:sp>
      <p:pic>
        <p:nvPicPr>
          <p:cNvPr id="5" name="Picture 4">
            <a:extLst>
              <a:ext uri="{FF2B5EF4-FFF2-40B4-BE49-F238E27FC236}">
                <a16:creationId xmlns:a16="http://schemas.microsoft.com/office/drawing/2014/main" id="{80D77087-B8EA-72D8-8DCD-B59AECE1E91B}"/>
              </a:ext>
            </a:extLst>
          </p:cNvPr>
          <p:cNvPicPr>
            <a:picLocks noChangeAspect="1"/>
          </p:cNvPicPr>
          <p:nvPr/>
        </p:nvPicPr>
        <p:blipFill>
          <a:blip r:embed="rId2"/>
          <a:stretch>
            <a:fillRect/>
          </a:stretch>
        </p:blipFill>
        <p:spPr>
          <a:xfrm>
            <a:off x="3759986" y="1698170"/>
            <a:ext cx="4672027" cy="4432663"/>
          </a:xfrm>
          <a:prstGeom prst="rect">
            <a:avLst/>
          </a:prstGeom>
        </p:spPr>
      </p:pic>
      <p:sp>
        <p:nvSpPr>
          <p:cNvPr id="3" name="Google Shape;103;p2">
            <a:extLst>
              <a:ext uri="{FF2B5EF4-FFF2-40B4-BE49-F238E27FC236}">
                <a16:creationId xmlns:a16="http://schemas.microsoft.com/office/drawing/2014/main" id="{DBA5591B-A032-4D9B-27F1-DFEF1B648D19}"/>
              </a:ext>
            </a:extLst>
          </p:cNvPr>
          <p:cNvSpPr txBox="1">
            <a:spLocks noGrp="1"/>
          </p:cNvSpPr>
          <p:nvPr>
            <p:ph type="dt" idx="10"/>
          </p:nvPr>
        </p:nvSpPr>
        <p:spPr>
          <a:xfrm>
            <a:off x="766233"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6" name="Google Shape;104;p2">
            <a:extLst>
              <a:ext uri="{FF2B5EF4-FFF2-40B4-BE49-F238E27FC236}">
                <a16:creationId xmlns:a16="http://schemas.microsoft.com/office/drawing/2014/main" id="{B4C871F8-09D8-3C75-1F08-44F3347AD3B8}"/>
              </a:ext>
            </a:extLst>
          </p:cNvPr>
          <p:cNvSpPr txBox="1">
            <a:spLocks noGrp="1"/>
          </p:cNvSpPr>
          <p:nvPr>
            <p:ph type="ftr" idx="11"/>
          </p:nvPr>
        </p:nvSpPr>
        <p:spPr>
          <a:xfrm>
            <a:off x="4165599" y="621728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Tree>
    <p:extLst>
      <p:ext uri="{BB962C8B-B14F-4D97-AF65-F5344CB8AC3E}">
        <p14:creationId xmlns:p14="http://schemas.microsoft.com/office/powerpoint/2010/main" val="3681348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E57C8FC2-621C-0B91-551A-B1E96921B542}"/>
            </a:ext>
          </a:extLst>
        </p:cNvPr>
        <p:cNvGrpSpPr/>
        <p:nvPr/>
      </p:nvGrpSpPr>
      <p:grpSpPr>
        <a:xfrm>
          <a:off x="0" y="0"/>
          <a:ext cx="0" cy="0"/>
          <a:chOff x="0" y="0"/>
          <a:chExt cx="0" cy="0"/>
        </a:xfrm>
      </p:grpSpPr>
      <p:sp>
        <p:nvSpPr>
          <p:cNvPr id="188" name="Google Shape;188;p10">
            <a:extLst>
              <a:ext uri="{FF2B5EF4-FFF2-40B4-BE49-F238E27FC236}">
                <a16:creationId xmlns:a16="http://schemas.microsoft.com/office/drawing/2014/main" id="{21A762C2-6D7F-6011-7A52-F67CAC83304B}"/>
              </a:ext>
            </a:extLst>
          </p:cNvPr>
          <p:cNvSpPr txBox="1">
            <a:spLocks noGrp="1"/>
          </p:cNvSpPr>
          <p:nvPr>
            <p:ph type="title"/>
          </p:nvPr>
        </p:nvSpPr>
        <p:spPr>
          <a:xfrm>
            <a:off x="766233" y="304801"/>
            <a:ext cx="10668000" cy="1215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200" b="1" dirty="0"/>
              <a:t>Sequence Diagram</a:t>
            </a:r>
            <a:endParaRPr sz="3200" b="1" dirty="0"/>
          </a:p>
        </p:txBody>
      </p:sp>
      <p:sp>
        <p:nvSpPr>
          <p:cNvPr id="189" name="Google Shape;189;p10">
            <a:extLst>
              <a:ext uri="{FF2B5EF4-FFF2-40B4-BE49-F238E27FC236}">
                <a16:creationId xmlns:a16="http://schemas.microsoft.com/office/drawing/2014/main" id="{00F3541E-A889-F003-D353-DEF2995D365C}"/>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Final Review</a:t>
            </a:r>
          </a:p>
        </p:txBody>
      </p:sp>
      <p:sp>
        <p:nvSpPr>
          <p:cNvPr id="190" name="Google Shape;190;p10">
            <a:extLst>
              <a:ext uri="{FF2B5EF4-FFF2-40B4-BE49-F238E27FC236}">
                <a16:creationId xmlns:a16="http://schemas.microsoft.com/office/drawing/2014/main" id="{36AC08C2-E332-910A-50C6-303C76836835}"/>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191" name="Google Shape;191;p10">
            <a:extLst>
              <a:ext uri="{FF2B5EF4-FFF2-40B4-BE49-F238E27FC236}">
                <a16:creationId xmlns:a16="http://schemas.microsoft.com/office/drawing/2014/main" id="{61C7E360-01F2-4DA6-AB1B-A1B21209E960}"/>
              </a:ext>
            </a:extLst>
          </p:cNvPr>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28</a:t>
            </a:fld>
            <a:endParaRPr lang="en-US"/>
          </a:p>
        </p:txBody>
      </p:sp>
      <p:pic>
        <p:nvPicPr>
          <p:cNvPr id="4" name="Picture 3">
            <a:extLst>
              <a:ext uri="{FF2B5EF4-FFF2-40B4-BE49-F238E27FC236}">
                <a16:creationId xmlns:a16="http://schemas.microsoft.com/office/drawing/2014/main" id="{2A16A8BD-8C00-C236-7B61-26415FB212D4}"/>
              </a:ext>
            </a:extLst>
          </p:cNvPr>
          <p:cNvPicPr>
            <a:picLocks noChangeAspect="1"/>
          </p:cNvPicPr>
          <p:nvPr/>
        </p:nvPicPr>
        <p:blipFill>
          <a:blip r:embed="rId3"/>
          <a:stretch>
            <a:fillRect/>
          </a:stretch>
        </p:blipFill>
        <p:spPr>
          <a:xfrm>
            <a:off x="4165600" y="1638370"/>
            <a:ext cx="3461471" cy="4520273"/>
          </a:xfrm>
          <a:prstGeom prst="rect">
            <a:avLst/>
          </a:prstGeom>
        </p:spPr>
      </p:pic>
    </p:spTree>
    <p:extLst>
      <p:ext uri="{BB962C8B-B14F-4D97-AF65-F5344CB8AC3E}">
        <p14:creationId xmlns:p14="http://schemas.microsoft.com/office/powerpoint/2010/main" val="2518068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User Authentication Module (DFD Level 1)</a:t>
            </a:r>
            <a:endParaRPr lang="en-US" sz="6000" b="1" dirty="0"/>
          </a:p>
        </p:txBody>
      </p:sp>
      <p:pic>
        <p:nvPicPr>
          <p:cNvPr id="5" name="Picture 4">
            <a:extLst>
              <a:ext uri="{FF2B5EF4-FFF2-40B4-BE49-F238E27FC236}">
                <a16:creationId xmlns:a16="http://schemas.microsoft.com/office/drawing/2014/main" id="{AF94F747-C71D-492B-353B-1BE06B88D4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2325" y="1694725"/>
            <a:ext cx="5467350" cy="4376601"/>
          </a:xfrm>
          <a:prstGeom prst="rect">
            <a:avLst/>
          </a:prstGeom>
        </p:spPr>
      </p:pic>
      <p:sp>
        <p:nvSpPr>
          <p:cNvPr id="3" name="Google Shape;103;p2">
            <a:extLst>
              <a:ext uri="{FF2B5EF4-FFF2-40B4-BE49-F238E27FC236}">
                <a16:creationId xmlns:a16="http://schemas.microsoft.com/office/drawing/2014/main" id="{0C418374-9281-6EAD-159B-2352B2BE72CE}"/>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6" name="Google Shape;104;p2">
            <a:extLst>
              <a:ext uri="{FF2B5EF4-FFF2-40B4-BE49-F238E27FC236}">
                <a16:creationId xmlns:a16="http://schemas.microsoft.com/office/drawing/2014/main" id="{C69D03B0-2991-FB05-8B69-F5DA6D867E8F}"/>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7" name="Google Shape;105;p2">
            <a:extLst>
              <a:ext uri="{FF2B5EF4-FFF2-40B4-BE49-F238E27FC236}">
                <a16:creationId xmlns:a16="http://schemas.microsoft.com/office/drawing/2014/main" id="{3A734D39-84B5-4C3D-297D-5A679881A622}"/>
              </a:ext>
            </a:extLst>
          </p:cNvPr>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en-US" sz="3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Chatbot Module</a:t>
            </a:r>
            <a:r>
              <a:rPr lang="en-US" sz="3200" b="1" dirty="0"/>
              <a:t> (DFD Level 1)</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30</a:t>
            </a:fld>
            <a:endParaRPr lang="en-US"/>
          </a:p>
        </p:txBody>
      </p:sp>
      <p:pic>
        <p:nvPicPr>
          <p:cNvPr id="7" name="Picture 6">
            <a:extLst>
              <a:ext uri="{FF2B5EF4-FFF2-40B4-BE49-F238E27FC236}">
                <a16:creationId xmlns:a16="http://schemas.microsoft.com/office/drawing/2014/main" id="{B2BAE88A-FE7F-C00F-40D6-9936E88658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9925" y="1689464"/>
            <a:ext cx="5772150" cy="4476206"/>
          </a:xfrm>
          <a:prstGeom prst="rect">
            <a:avLst/>
          </a:prstGeom>
        </p:spPr>
      </p:pic>
      <p:sp>
        <p:nvSpPr>
          <p:cNvPr id="3" name="Google Shape;103;p2">
            <a:extLst>
              <a:ext uri="{FF2B5EF4-FFF2-40B4-BE49-F238E27FC236}">
                <a16:creationId xmlns:a16="http://schemas.microsoft.com/office/drawing/2014/main" id="{0EC3EA6E-C19E-19C7-921B-DACCE932F62F}"/>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5" name="Google Shape;104;p2">
            <a:extLst>
              <a:ext uri="{FF2B5EF4-FFF2-40B4-BE49-F238E27FC236}">
                <a16:creationId xmlns:a16="http://schemas.microsoft.com/office/drawing/2014/main" id="{3625745F-E206-9952-E01D-31DDCD0E248E}"/>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Department of Artificial Intelligence and Data Science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en-US" sz="3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Event Selection and Customization Module</a:t>
            </a:r>
            <a:r>
              <a:rPr lang="en-US" sz="3200" b="1" dirty="0"/>
              <a:t> (DFD Level 1)</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31</a:t>
            </a:fld>
            <a:endParaRPr lang="en-US"/>
          </a:p>
        </p:txBody>
      </p:sp>
      <p:pic>
        <p:nvPicPr>
          <p:cNvPr id="5" name="Picture 4">
            <a:extLst>
              <a:ext uri="{FF2B5EF4-FFF2-40B4-BE49-F238E27FC236}">
                <a16:creationId xmlns:a16="http://schemas.microsoft.com/office/drawing/2014/main" id="{DCF22508-AA91-6765-5946-5F32FC616E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5650" y="1705384"/>
            <a:ext cx="5600700" cy="4390616"/>
          </a:xfrm>
          <a:prstGeom prst="rect">
            <a:avLst/>
          </a:prstGeom>
        </p:spPr>
      </p:pic>
      <p:sp>
        <p:nvSpPr>
          <p:cNvPr id="3" name="Google Shape;103;p2">
            <a:extLst>
              <a:ext uri="{FF2B5EF4-FFF2-40B4-BE49-F238E27FC236}">
                <a16:creationId xmlns:a16="http://schemas.microsoft.com/office/drawing/2014/main" id="{7D1919C3-8A48-EFF3-54F5-68B26D4569F1}"/>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6" name="Google Shape;104;p2">
            <a:extLst>
              <a:ext uri="{FF2B5EF4-FFF2-40B4-BE49-F238E27FC236}">
                <a16:creationId xmlns:a16="http://schemas.microsoft.com/office/drawing/2014/main" id="{0D97A1E9-3DE5-BA95-B0E2-F954E366A341}"/>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en-US" sz="3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Data Encryption Module</a:t>
            </a:r>
            <a:r>
              <a:rPr lang="en-US" sz="2800" b="1" dirty="0"/>
              <a:t> (DFD Level 1)</a:t>
            </a:r>
            <a:endParaRPr lang="en-US" sz="2800" b="1" dirty="0">
              <a:ln/>
              <a:solidFill>
                <a:schemeClr val="tx1"/>
              </a:solidFill>
              <a:effectLst>
                <a:outerShdw blurRad="38100" dist="19050" dir="2700000" algn="tl" rotWithShape="0">
                  <a:schemeClr val="dk1">
                    <a:alpha val="40000"/>
                  </a:schemeClr>
                </a:outerShdw>
              </a:effectLst>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32</a:t>
            </a:fld>
            <a:endParaRPr lang="en-US"/>
          </a:p>
        </p:txBody>
      </p:sp>
      <p:pic>
        <p:nvPicPr>
          <p:cNvPr id="7" name="Picture 6">
            <a:extLst>
              <a:ext uri="{FF2B5EF4-FFF2-40B4-BE49-F238E27FC236}">
                <a16:creationId xmlns:a16="http://schemas.microsoft.com/office/drawing/2014/main" id="{51CEBA98-4F61-F296-87B4-09B541E503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5650" y="1724297"/>
            <a:ext cx="5600700" cy="4400549"/>
          </a:xfrm>
          <a:prstGeom prst="rect">
            <a:avLst/>
          </a:prstGeom>
        </p:spPr>
      </p:pic>
      <p:sp>
        <p:nvSpPr>
          <p:cNvPr id="3" name="Google Shape;103;p2">
            <a:extLst>
              <a:ext uri="{FF2B5EF4-FFF2-40B4-BE49-F238E27FC236}">
                <a16:creationId xmlns:a16="http://schemas.microsoft.com/office/drawing/2014/main" id="{5E77C155-4F12-7CA0-8913-30D7E93F2EC4}"/>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5" name="Google Shape;104;p2">
            <a:extLst>
              <a:ext uri="{FF2B5EF4-FFF2-40B4-BE49-F238E27FC236}">
                <a16:creationId xmlns:a16="http://schemas.microsoft.com/office/drawing/2014/main" id="{50F7DC1E-C813-075A-EF71-5FB71923681D}"/>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Department of Artificial Intelligence and Data Science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en-US" sz="3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Admin Dashboard Module</a:t>
            </a:r>
            <a:r>
              <a:rPr lang="en-US" sz="3200" b="1" dirty="0"/>
              <a:t> (DFD Level 1)</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33</a:t>
            </a:fld>
            <a:endParaRPr lang="en-US"/>
          </a:p>
        </p:txBody>
      </p:sp>
      <p:pic>
        <p:nvPicPr>
          <p:cNvPr id="5" name="Picture 4">
            <a:extLst>
              <a:ext uri="{FF2B5EF4-FFF2-40B4-BE49-F238E27FC236}">
                <a16:creationId xmlns:a16="http://schemas.microsoft.com/office/drawing/2014/main" id="{1D6FC6B2-AB5A-8F8F-02AC-C8141D89DC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4675" y="1680754"/>
            <a:ext cx="5962650" cy="4432663"/>
          </a:xfrm>
          <a:prstGeom prst="rect">
            <a:avLst/>
          </a:prstGeom>
        </p:spPr>
      </p:pic>
      <p:sp>
        <p:nvSpPr>
          <p:cNvPr id="3" name="Google Shape;103;p2">
            <a:extLst>
              <a:ext uri="{FF2B5EF4-FFF2-40B4-BE49-F238E27FC236}">
                <a16:creationId xmlns:a16="http://schemas.microsoft.com/office/drawing/2014/main" id="{ADE4DEE1-BCDD-A059-864D-1FBD4CDC3272}"/>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6" name="Google Shape;104;p2">
            <a:extLst>
              <a:ext uri="{FF2B5EF4-FFF2-40B4-BE49-F238E27FC236}">
                <a16:creationId xmlns:a16="http://schemas.microsoft.com/office/drawing/2014/main" id="{0BC0C6A4-7754-B6A3-0178-ADD361AF99FD}"/>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en-US" sz="3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Email Notification Module</a:t>
            </a:r>
            <a:r>
              <a:rPr lang="en-US" sz="3200" b="1" dirty="0"/>
              <a:t> (DFD Level 1)</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34</a:t>
            </a:fld>
            <a:endParaRPr lang="en-US"/>
          </a:p>
        </p:txBody>
      </p:sp>
      <p:pic>
        <p:nvPicPr>
          <p:cNvPr id="5" name="Picture 4">
            <a:extLst>
              <a:ext uri="{FF2B5EF4-FFF2-40B4-BE49-F238E27FC236}">
                <a16:creationId xmlns:a16="http://schemas.microsoft.com/office/drawing/2014/main" id="{CDBB4E81-35C6-087D-CAA9-3760251B7B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0245" y="1680754"/>
            <a:ext cx="5731510" cy="4466091"/>
          </a:xfrm>
          <a:prstGeom prst="rect">
            <a:avLst/>
          </a:prstGeom>
        </p:spPr>
      </p:pic>
      <p:sp>
        <p:nvSpPr>
          <p:cNvPr id="3" name="Google Shape;103;p2">
            <a:extLst>
              <a:ext uri="{FF2B5EF4-FFF2-40B4-BE49-F238E27FC236}">
                <a16:creationId xmlns:a16="http://schemas.microsoft.com/office/drawing/2014/main" id="{0F6B21EB-0624-CD1B-D790-5D24BB5965A8}"/>
              </a:ext>
            </a:extLst>
          </p:cNvPr>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6" name="Google Shape;104;p2">
            <a:extLst>
              <a:ext uri="{FF2B5EF4-FFF2-40B4-BE49-F238E27FC236}">
                <a16:creationId xmlns:a16="http://schemas.microsoft.com/office/drawing/2014/main" id="{2664718F-7B73-44FD-5F05-645E184CE8B7}"/>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826EA-6FAE-872F-F534-AC587C39C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F83ABB-B142-6E04-2AAE-749FEA773085}"/>
              </a:ext>
            </a:extLst>
          </p:cNvPr>
          <p:cNvSpPr>
            <a:spLocks noGrp="1"/>
          </p:cNvSpPr>
          <p:nvPr>
            <p:ph type="title"/>
          </p:nvPr>
        </p:nvSpPr>
        <p:spPr/>
        <p:txBody>
          <a:bodyPr/>
          <a:lstStyle/>
          <a:p>
            <a:r>
              <a:rPr lang="en-US" sz="3200" b="1" dirty="0">
                <a:latin typeface="Verdana" panose="020B0604030504040204" pitchFamily="34" charset="0"/>
                <a:ea typeface="Verdana" panose="020B0604030504040204" pitchFamily="34" charset="0"/>
                <a:cs typeface="Arial" panose="020B0604020202020204" pitchFamily="34" charset="0"/>
                <a:sym typeface="+mn-ea"/>
              </a:rPr>
              <a:t>Result and Discussion</a:t>
            </a:r>
            <a:endParaRPr lang="en-US" sz="3200" b="1" dirty="0">
              <a:latin typeface="Verdana" panose="020B0604030504040204" pitchFamily="34" charset="0"/>
              <a:ea typeface="Verdana" panose="020B0604030504040204" pitchFamily="34" charset="0"/>
            </a:endParaRPr>
          </a:p>
        </p:txBody>
      </p:sp>
      <p:sp>
        <p:nvSpPr>
          <p:cNvPr id="4" name="Slide Number Placeholder 3">
            <a:extLst>
              <a:ext uri="{FF2B5EF4-FFF2-40B4-BE49-F238E27FC236}">
                <a16:creationId xmlns:a16="http://schemas.microsoft.com/office/drawing/2014/main" id="{8659F171-52F1-00D2-6A80-E8F33E2457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35</a:t>
            </a:fld>
            <a:endParaRPr lang="en-US"/>
          </a:p>
        </p:txBody>
      </p:sp>
      <p:sp>
        <p:nvSpPr>
          <p:cNvPr id="5" name="Google Shape;111;p3">
            <a:extLst>
              <a:ext uri="{FF2B5EF4-FFF2-40B4-BE49-F238E27FC236}">
                <a16:creationId xmlns:a16="http://schemas.microsoft.com/office/drawing/2014/main" id="{35F0F5A0-E2C0-0199-718F-81012E36709A}"/>
              </a:ext>
            </a:extLst>
          </p:cNvPr>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marL="0" lvl="0" indent="0" algn="just" rtl="0">
              <a:spcBef>
                <a:spcPts val="480"/>
              </a:spcBef>
              <a:spcAft>
                <a:spcPts val="0"/>
              </a:spcAft>
              <a:buNone/>
            </a:pPr>
            <a:r>
              <a:rPr lang="en-US" sz="2400" dirty="0"/>
              <a:t>The platform successfully implements secure user authentication, encrypted data handling, and interactive chatbot support. User testing shows high satisfaction, with efficient event management processes and streamlined booking workflows. The chatbot and admin dashboard significantly improve user interaction and system management, while scalability and performance metrics highlight the platform's robust design</a:t>
            </a:r>
            <a:endParaRPr lang="en-US" sz="8800" dirty="0">
              <a:latin typeface="Arial" panose="020B0604020202020204"/>
              <a:ea typeface="Arial" panose="020B0604020202020204"/>
              <a:cs typeface="Arial" panose="020B0604020202020204"/>
              <a:sym typeface="Arial" panose="020B0604020202020204"/>
            </a:endParaRPr>
          </a:p>
        </p:txBody>
      </p:sp>
      <p:sp>
        <p:nvSpPr>
          <p:cNvPr id="3" name="Google Shape;103;p2">
            <a:extLst>
              <a:ext uri="{FF2B5EF4-FFF2-40B4-BE49-F238E27FC236}">
                <a16:creationId xmlns:a16="http://schemas.microsoft.com/office/drawing/2014/main" id="{3D1569F9-74A7-8D36-3135-133784A9A526}"/>
              </a:ext>
            </a:extLst>
          </p:cNvPr>
          <p:cNvSpPr txBox="1">
            <a:spLocks noGrp="1"/>
          </p:cNvSpPr>
          <p:nvPr>
            <p:ph type="dt" idx="10"/>
          </p:nvPr>
        </p:nvSpPr>
        <p:spPr>
          <a:xfrm>
            <a:off x="755651" y="6315074"/>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6" name="Google Shape;104;p2">
            <a:extLst>
              <a:ext uri="{FF2B5EF4-FFF2-40B4-BE49-F238E27FC236}">
                <a16:creationId xmlns:a16="http://schemas.microsoft.com/office/drawing/2014/main" id="{24333AAB-8D07-5D6B-C27B-1F68084BD16B}"/>
              </a:ext>
            </a:extLst>
          </p:cNvPr>
          <p:cNvSpPr txBox="1">
            <a:spLocks noGrp="1"/>
          </p:cNvSpPr>
          <p:nvPr>
            <p:ph type="ftr" idx="11"/>
          </p:nvPr>
        </p:nvSpPr>
        <p:spPr>
          <a:xfrm>
            <a:off x="4165601" y="6268176"/>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Tree>
    <p:extLst>
      <p:ext uri="{BB962C8B-B14F-4D97-AF65-F5344CB8AC3E}">
        <p14:creationId xmlns:p14="http://schemas.microsoft.com/office/powerpoint/2010/main" val="30579177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200" b="1" dirty="0"/>
              <a:t>Conclusions</a:t>
            </a:r>
          </a:p>
        </p:txBody>
      </p:sp>
      <p:sp>
        <p:nvSpPr>
          <p:cNvPr id="6" name="Text Placeholder 5"/>
          <p:cNvSpPr>
            <a:spLocks noGrp="1"/>
          </p:cNvSpPr>
          <p:nvPr>
            <p:ph type="body" idx="1"/>
          </p:nvPr>
        </p:nvSpPr>
        <p:spPr>
          <a:xfrm>
            <a:off x="755651" y="1761309"/>
            <a:ext cx="10668000" cy="4267200"/>
          </a:xfrm>
        </p:spPr>
        <p:txBody>
          <a:bodyPr/>
          <a:lstStyle/>
          <a:p>
            <a:pPr marL="114300" indent="0">
              <a:buNone/>
            </a:pPr>
            <a:r>
              <a:rPr lang="en-US" sz="2400" dirty="0"/>
              <a:t>The project achieves its objectives by simplifying the event planning process through a secure, interactive platform. It enhances the user experience and meets market demands for a digital event management solution. Future work could include enhanced chatbot capabilities, mobile app development, and additional</a:t>
            </a:r>
            <a:endParaRPr lang="en-US" sz="4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36</a:t>
            </a:fld>
            <a:endParaRPr lang="en-US"/>
          </a:p>
        </p:txBody>
      </p:sp>
      <p:sp>
        <p:nvSpPr>
          <p:cNvPr id="2" name="Google Shape;103;p2">
            <a:extLst>
              <a:ext uri="{FF2B5EF4-FFF2-40B4-BE49-F238E27FC236}">
                <a16:creationId xmlns:a16="http://schemas.microsoft.com/office/drawing/2014/main" id="{9C9B7B88-7807-5BF4-3108-C85BFC527B95}"/>
              </a:ext>
            </a:extLst>
          </p:cNvPr>
          <p:cNvSpPr txBox="1">
            <a:spLocks noGrp="1"/>
          </p:cNvSpPr>
          <p:nvPr>
            <p:ph type="dt" idx="10"/>
          </p:nvPr>
        </p:nvSpPr>
        <p:spPr>
          <a:xfrm>
            <a:off x="800102" y="6244046"/>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3" name="Google Shape;104;p2">
            <a:extLst>
              <a:ext uri="{FF2B5EF4-FFF2-40B4-BE49-F238E27FC236}">
                <a16:creationId xmlns:a16="http://schemas.microsoft.com/office/drawing/2014/main" id="{A35E89D4-5273-7541-9BCB-391FBC309163}"/>
              </a:ext>
            </a:extLst>
          </p:cNvPr>
          <p:cNvSpPr txBox="1">
            <a:spLocks noGrp="1"/>
          </p:cNvSpPr>
          <p:nvPr>
            <p:ph type="ftr" idx="11"/>
          </p:nvPr>
        </p:nvSpPr>
        <p:spPr>
          <a:xfrm>
            <a:off x="4159251"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2"/>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200" b="1" dirty="0"/>
              <a:t>References.</a:t>
            </a:r>
            <a:endParaRPr sz="3200" b="1" dirty="0"/>
          </a:p>
        </p:txBody>
      </p:sp>
      <p:sp>
        <p:nvSpPr>
          <p:cNvPr id="225" name="Google Shape;225;p12"/>
          <p:cNvSpPr txBox="1">
            <a:spLocks noGrp="1"/>
          </p:cNvSpPr>
          <p:nvPr>
            <p:ph type="body" idx="1"/>
          </p:nvPr>
        </p:nvSpPr>
        <p:spPr>
          <a:xfrm>
            <a:off x="521336" y="1752600"/>
            <a:ext cx="10668000" cy="4267200"/>
          </a:xfrm>
          <a:prstGeom prst="rect">
            <a:avLst/>
          </a:prstGeom>
          <a:noFill/>
          <a:ln>
            <a:noFill/>
          </a:ln>
        </p:spPr>
        <p:txBody>
          <a:bodyPr spcFirstLastPara="1" wrap="square" lIns="91425" tIns="45700" rIns="91425" bIns="45700" anchor="t" anchorCtr="0">
            <a:noAutofit/>
          </a:bodyPr>
          <a:lstStyle/>
          <a:p>
            <a:pPr marL="469900" marR="0" lvl="0" indent="0" algn="just" rtl="0">
              <a:lnSpc>
                <a:spcPct val="100000"/>
              </a:lnSpc>
              <a:spcBef>
                <a:spcPts val="0"/>
              </a:spcBef>
              <a:spcAft>
                <a:spcPts val="0"/>
              </a:spcAft>
              <a:buClr>
                <a:schemeClr val="dk1"/>
              </a:buClr>
              <a:buSzPts val="2000"/>
              <a:buFont typeface="Arial" panose="020B0604020202020204"/>
              <a:buNone/>
            </a:pPr>
            <a:r>
              <a:rPr lang="en-US" sz="2000" dirty="0">
                <a:latin typeface="Times New Roman" panose="02020603050405020304"/>
                <a:ea typeface="Verdana" panose="020B0604030504040204" pitchFamily="34" charset="0"/>
                <a:cs typeface="Times New Roman" panose="02020603050405020304"/>
                <a:sym typeface="Times New Roman" panose="02020603050405020304"/>
              </a:rPr>
              <a:t>[1] </a:t>
            </a:r>
            <a:r>
              <a:rPr lang="en-US" sz="2000" b="1" dirty="0">
                <a:latin typeface="Times New Roman" panose="02020603050405020304" pitchFamily="18" charset="0"/>
                <a:cs typeface="Times New Roman" panose="02020603050405020304" pitchFamily="18" charset="0"/>
              </a:rPr>
              <a:t>Ananya, U., Shetty, K. U., Shraddha, H. M., Priya, P., &amp; Joseph, M. J. V. (2022)</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Event Management System for Educational Institutions.</a:t>
            </a:r>
            <a:r>
              <a:rPr lang="en-US" sz="2000" dirty="0">
                <a:latin typeface="Times New Roman" panose="02020603050405020304" pitchFamily="18" charset="0"/>
                <a:cs typeface="Times New Roman" panose="02020603050405020304" pitchFamily="18" charset="0"/>
              </a:rPr>
              <a:t> International Journal of Creative Research Thoughts (IJCRT), 10(3), 560-568. </a:t>
            </a:r>
          </a:p>
          <a:p>
            <a:pPr marL="469900" marR="0" lvl="0" indent="0" algn="just" rtl="0">
              <a:lnSpc>
                <a:spcPct val="100000"/>
              </a:lnSpc>
              <a:spcBef>
                <a:spcPts val="0"/>
              </a:spcBef>
              <a:spcAft>
                <a:spcPts val="0"/>
              </a:spcAft>
              <a:buClr>
                <a:schemeClr val="dk1"/>
              </a:buClr>
              <a:buSzPts val="2000"/>
              <a:buFont typeface="Arial" panose="020B0604020202020204"/>
              <a:buNone/>
            </a:pPr>
            <a:endParaRPr lang="en-US" sz="1200" dirty="0">
              <a:latin typeface="Times New Roman" panose="02020603050405020304"/>
              <a:ea typeface="Verdana" panose="020B0604030504040204" pitchFamily="34" charset="0"/>
              <a:cs typeface="Times New Roman" panose="02020603050405020304"/>
              <a:sym typeface="Times New Roman" panose="02020603050405020304"/>
            </a:endParaRPr>
          </a:p>
          <a:p>
            <a:pPr marL="469900" marR="0" lvl="0" indent="0" algn="just" rtl="0">
              <a:lnSpc>
                <a:spcPct val="100000"/>
              </a:lnSpc>
              <a:spcBef>
                <a:spcPts val="0"/>
              </a:spcBef>
              <a:spcAft>
                <a:spcPts val="0"/>
              </a:spcAft>
              <a:buClr>
                <a:schemeClr val="dk1"/>
              </a:buClr>
              <a:buSzPts val="2000"/>
              <a:buFont typeface="Arial" panose="020B0604020202020204"/>
              <a:buNone/>
            </a:pPr>
            <a:r>
              <a:rPr lang="en-US" sz="2000" dirty="0">
                <a:latin typeface="Times New Roman" panose="02020603050405020304"/>
                <a:ea typeface="Verdana" panose="020B0604030504040204" pitchFamily="34" charset="0"/>
                <a:cs typeface="Times New Roman" panose="02020603050405020304"/>
                <a:sym typeface="Times New Roman" panose="02020603050405020304"/>
              </a:rPr>
              <a:t>[2] </a:t>
            </a:r>
            <a:r>
              <a:rPr lang="en-US" sz="2000" b="1" dirty="0">
                <a:latin typeface="Times New Roman" panose="02020603050405020304" pitchFamily="18" charset="0"/>
                <a:cs typeface="Times New Roman" panose="02020603050405020304" pitchFamily="18" charset="0"/>
              </a:rPr>
              <a:t>Kumar, A., &amp; Singh, S. (2019).</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Securing Online Event Management Platforms with Encrypted Databases.</a:t>
            </a:r>
            <a:r>
              <a:rPr lang="en-US" sz="2000" dirty="0">
                <a:latin typeface="Times New Roman" panose="02020603050405020304" pitchFamily="18" charset="0"/>
                <a:cs typeface="Times New Roman" panose="02020603050405020304" pitchFamily="18" charset="0"/>
              </a:rPr>
              <a:t> International Journal of Computer Applications, 182(28), 21-27.</a:t>
            </a:r>
            <a:endParaRPr lang="en-US" sz="2400" dirty="0">
              <a:latin typeface="Times New Roman" panose="02020603050405020304" pitchFamily="18" charset="0"/>
              <a:ea typeface="Verdana" panose="020B0604030504040204" pitchFamily="34" charset="0"/>
              <a:cs typeface="Times New Roman" panose="02020603050405020304" pitchFamily="18" charset="0"/>
              <a:sym typeface="Times New Roman" panose="02020603050405020304"/>
            </a:endParaRPr>
          </a:p>
          <a:p>
            <a:pPr marL="469900" marR="0" lvl="0" indent="0" algn="just" rtl="0">
              <a:lnSpc>
                <a:spcPct val="100000"/>
              </a:lnSpc>
              <a:spcBef>
                <a:spcPts val="0"/>
              </a:spcBef>
              <a:spcAft>
                <a:spcPts val="0"/>
              </a:spcAft>
              <a:buClr>
                <a:schemeClr val="dk1"/>
              </a:buClr>
              <a:buSzPts val="2000"/>
              <a:buFont typeface="Arial" panose="020B0604020202020204"/>
              <a:buNone/>
            </a:pPr>
            <a:endParaRPr lang="en-US" sz="2000" dirty="0">
              <a:latin typeface="Times New Roman" panose="02020603050405020304"/>
              <a:ea typeface="Verdana" panose="020B0604030504040204" pitchFamily="34" charset="0"/>
              <a:cs typeface="Times New Roman" panose="02020603050405020304"/>
              <a:sym typeface="Times New Roman" panose="02020603050405020304"/>
            </a:endParaRPr>
          </a:p>
          <a:p>
            <a:pPr marL="469900" marR="0" lvl="0" indent="0" algn="just" rtl="0">
              <a:lnSpc>
                <a:spcPct val="100000"/>
              </a:lnSpc>
              <a:spcBef>
                <a:spcPts val="0"/>
              </a:spcBef>
              <a:spcAft>
                <a:spcPts val="0"/>
              </a:spcAft>
              <a:buClr>
                <a:schemeClr val="dk1"/>
              </a:buClr>
              <a:buSzPts val="2000"/>
              <a:buFont typeface="Arial" panose="020B0604020202020204"/>
              <a:buNone/>
            </a:pPr>
            <a:r>
              <a:rPr lang="en-US" sz="2000" dirty="0">
                <a:latin typeface="Times New Roman" panose="02020603050405020304"/>
                <a:ea typeface="Verdana" panose="020B0604030504040204" pitchFamily="34" charset="0"/>
                <a:cs typeface="Times New Roman" panose="02020603050405020304"/>
                <a:sym typeface="Times New Roman" panose="02020603050405020304"/>
              </a:rPr>
              <a:t>[3] </a:t>
            </a:r>
            <a:r>
              <a:rPr lang="en-US" sz="2000" b="1" dirty="0">
                <a:latin typeface="Times New Roman" panose="02020603050405020304" pitchFamily="18" charset="0"/>
                <a:cs typeface="Times New Roman" panose="02020603050405020304" pitchFamily="18" charset="0"/>
              </a:rPr>
              <a:t>Shah, D. A., </a:t>
            </a:r>
            <a:r>
              <a:rPr lang="en-US" sz="2000" b="1" dirty="0" err="1">
                <a:latin typeface="Times New Roman" panose="02020603050405020304" pitchFamily="18" charset="0"/>
                <a:cs typeface="Times New Roman" panose="02020603050405020304" pitchFamily="18" charset="0"/>
              </a:rPr>
              <a:t>Vasudavan</a:t>
            </a:r>
            <a:r>
              <a:rPr lang="en-US" sz="2000" b="1" dirty="0">
                <a:latin typeface="Times New Roman" panose="02020603050405020304" pitchFamily="18" charset="0"/>
                <a:cs typeface="Times New Roman" panose="02020603050405020304" pitchFamily="18" charset="0"/>
              </a:rPr>
              <a:t>, H., &amp; Razali, N. F. (2023)</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Event Management Systems (EMS): Development and Implementation.</a:t>
            </a:r>
            <a:r>
              <a:rPr lang="en-US" sz="2000" dirty="0">
                <a:latin typeface="Times New Roman" panose="02020603050405020304" pitchFamily="18" charset="0"/>
                <a:cs typeface="Times New Roman" panose="02020603050405020304" pitchFamily="18" charset="0"/>
              </a:rPr>
              <a:t> Journal of Applied Technology and Innovation, 4(1), 15-22.</a:t>
            </a:r>
          </a:p>
          <a:p>
            <a:pPr marL="469900" marR="0" lvl="0" indent="0" algn="just" rtl="0">
              <a:lnSpc>
                <a:spcPct val="100000"/>
              </a:lnSpc>
              <a:spcBef>
                <a:spcPts val="0"/>
              </a:spcBef>
              <a:spcAft>
                <a:spcPts val="0"/>
              </a:spcAft>
              <a:buClr>
                <a:schemeClr val="dk1"/>
              </a:buClr>
              <a:buSzPts val="2000"/>
              <a:buFont typeface="Arial" panose="020B0604020202020204"/>
              <a:buNone/>
            </a:pPr>
            <a:endParaRPr lang="en-US" sz="2000" dirty="0">
              <a:latin typeface="Times New Roman" panose="02020603050405020304" pitchFamily="18" charset="0"/>
              <a:ea typeface="Verdana" panose="020B0604030504040204" pitchFamily="34" charset="0"/>
              <a:cs typeface="Times New Roman" panose="02020603050405020304" pitchFamily="18" charset="0"/>
              <a:sym typeface="Times New Roman" panose="02020603050405020304"/>
            </a:endParaRPr>
          </a:p>
          <a:p>
            <a:pPr marL="469900" marR="0" lvl="0" indent="0" algn="just" rtl="0">
              <a:lnSpc>
                <a:spcPct val="100000"/>
              </a:lnSpc>
              <a:spcBef>
                <a:spcPts val="0"/>
              </a:spcBef>
              <a:spcAft>
                <a:spcPts val="0"/>
              </a:spcAft>
              <a:buClr>
                <a:schemeClr val="dk1"/>
              </a:buClr>
              <a:buSzPts val="2000"/>
              <a:buFont typeface="Arial" panose="020B0604020202020204"/>
              <a:buNone/>
            </a:pPr>
            <a:r>
              <a:rPr lang="en-US" sz="2000" dirty="0">
                <a:latin typeface="Times New Roman" panose="02020603050405020304"/>
                <a:ea typeface="Verdana" panose="020B0604030504040204" pitchFamily="34" charset="0"/>
                <a:cs typeface="Times New Roman" panose="02020603050405020304"/>
                <a:sym typeface="Times New Roman" panose="02020603050405020304"/>
              </a:rPr>
              <a:t>[4] </a:t>
            </a:r>
            <a:r>
              <a:rPr lang="en-US" sz="2000" b="1" dirty="0">
                <a:latin typeface="Times New Roman" panose="02020603050405020304" pitchFamily="18" charset="0"/>
                <a:cs typeface="Times New Roman" panose="02020603050405020304" pitchFamily="18" charset="0"/>
              </a:rPr>
              <a:t>Dubey, M., Mishra, V., </a:t>
            </a:r>
            <a:r>
              <a:rPr lang="en-US" sz="2000" b="1" dirty="0" err="1">
                <a:latin typeface="Times New Roman" panose="02020603050405020304" pitchFamily="18" charset="0"/>
                <a:cs typeface="Times New Roman" panose="02020603050405020304" pitchFamily="18" charset="0"/>
              </a:rPr>
              <a:t>Banarjee</a:t>
            </a:r>
            <a:r>
              <a:rPr lang="en-US" sz="2000" b="1" dirty="0">
                <a:latin typeface="Times New Roman" panose="02020603050405020304" pitchFamily="18" charset="0"/>
                <a:cs typeface="Times New Roman" panose="02020603050405020304" pitchFamily="18" charset="0"/>
              </a:rPr>
              <a:t>, P., </a:t>
            </a:r>
            <a:r>
              <a:rPr lang="en-US" sz="2000" b="1" dirty="0" err="1">
                <a:latin typeface="Times New Roman" panose="02020603050405020304" pitchFamily="18" charset="0"/>
                <a:cs typeface="Times New Roman" panose="02020603050405020304" pitchFamily="18" charset="0"/>
              </a:rPr>
              <a:t>Jumle</a:t>
            </a:r>
            <a:r>
              <a:rPr lang="en-US" sz="2000" b="1" dirty="0">
                <a:latin typeface="Times New Roman" panose="02020603050405020304" pitchFamily="18" charset="0"/>
                <a:cs typeface="Times New Roman" panose="02020603050405020304" pitchFamily="18" charset="0"/>
              </a:rPr>
              <a:t>, A., </a:t>
            </a:r>
            <a:r>
              <a:rPr lang="en-US" sz="2000" b="1" dirty="0" err="1">
                <a:latin typeface="Times New Roman" panose="02020603050405020304" pitchFamily="18" charset="0"/>
                <a:cs typeface="Times New Roman" panose="02020603050405020304" pitchFamily="18" charset="0"/>
              </a:rPr>
              <a:t>Raipure</a:t>
            </a:r>
            <a:r>
              <a:rPr lang="en-US" sz="2000" b="1" dirty="0">
                <a:latin typeface="Times New Roman" panose="02020603050405020304" pitchFamily="18" charset="0"/>
                <a:cs typeface="Times New Roman" panose="02020603050405020304" pitchFamily="18" charset="0"/>
              </a:rPr>
              <a:t>, P., &amp; Wankhede, P. (2016)</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Event Management System.</a:t>
            </a:r>
            <a:r>
              <a:rPr lang="en-US" sz="2000" dirty="0">
                <a:latin typeface="Times New Roman" panose="02020603050405020304" pitchFamily="18" charset="0"/>
                <a:cs typeface="Times New Roman" panose="02020603050405020304" pitchFamily="18" charset="0"/>
              </a:rPr>
              <a:t> International Journal of Trend in Research and Development (IJTRD), 3(4), 120-124.</a:t>
            </a:r>
            <a:endParaRPr lang="en-US" sz="3600" dirty="0">
              <a:latin typeface="Times New Roman" panose="02020603050405020304" pitchFamily="18" charset="0"/>
              <a:cs typeface="Times New Roman" panose="02020603050405020304" pitchFamily="18" charset="0"/>
            </a:endParaRPr>
          </a:p>
        </p:txBody>
      </p:sp>
      <p:sp>
        <p:nvSpPr>
          <p:cNvPr id="226" name="Google Shape;226;p12"/>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
        <p:nvSpPr>
          <p:cNvPr id="227" name="Google Shape;227;p12"/>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228" name="Google Shape;228;p12"/>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3"/>
          <p:cNvSpPr txBox="1">
            <a:spLocks noGrp="1"/>
          </p:cNvSpPr>
          <p:nvPr>
            <p:ph type="title"/>
          </p:nvPr>
        </p:nvSpPr>
        <p:spPr>
          <a:xfrm>
            <a:off x="711200" y="3168074"/>
            <a:ext cx="10668000" cy="1216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a:solidFill>
                  <a:srgbClr val="FF0000"/>
                </a:solidFill>
              </a:rPr>
              <a:t>Thank You</a:t>
            </a:r>
          </a:p>
        </p:txBody>
      </p:sp>
      <p:sp>
        <p:nvSpPr>
          <p:cNvPr id="234" name="Google Shape;234;p1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Artificial Intelligence and Data Science</a:t>
            </a:r>
          </a:p>
        </p:txBody>
      </p:sp>
      <p:sp>
        <p:nvSpPr>
          <p:cNvPr id="235" name="Google Shape;235;p13"/>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38</a:t>
            </a:fld>
            <a:endParaRPr lang="en-US"/>
          </a:p>
        </p:txBody>
      </p:sp>
      <p:sp>
        <p:nvSpPr>
          <p:cNvPr id="236" name="Google Shape;236;p13"/>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panose="020B0604020202020204"/>
              <a:buNone/>
            </a:pPr>
            <a:r>
              <a:rPr lang="en-US" dirty="0"/>
              <a:t>Final Review</a:t>
            </a:r>
          </a:p>
          <a:p>
            <a:pPr marL="0" lvl="0" indent="0" algn="l" rtl="0">
              <a:spcBef>
                <a:spcPts val="0"/>
              </a:spcBef>
              <a:spcAft>
                <a:spcPts val="0"/>
              </a:spcAft>
              <a:buNone/>
            </a:pPr>
            <a:endParaRPr lang="en-US" dirty="0"/>
          </a:p>
        </p:txBody>
      </p:sp>
    </p:spTree>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TotalTime>
  <Words>2365</Words>
  <Application>Microsoft Office PowerPoint</Application>
  <PresentationFormat>Widescreen</PresentationFormat>
  <Paragraphs>255</Paragraphs>
  <Slides>38</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 Black</vt:lpstr>
      <vt:lpstr>Arial</vt:lpstr>
      <vt:lpstr>Noto Sans Symbols</vt:lpstr>
      <vt:lpstr>Calibri</vt:lpstr>
      <vt:lpstr>Times New Roman</vt:lpstr>
      <vt:lpstr>Wingdings</vt:lpstr>
      <vt:lpstr>Verdana</vt:lpstr>
      <vt:lpstr>Profile</vt:lpstr>
      <vt:lpstr>PowerPoint Presentation</vt:lpstr>
      <vt:lpstr>Problem Statement</vt:lpstr>
      <vt:lpstr>Objectives</vt:lpstr>
      <vt:lpstr>Abstract</vt:lpstr>
      <vt:lpstr> Introduction and Overview of the Project.</vt:lpstr>
      <vt:lpstr>LITERATURE REVIEW</vt:lpstr>
      <vt:lpstr>LITERATURE REVIEW</vt:lpstr>
      <vt:lpstr>Existing System</vt:lpstr>
      <vt:lpstr>Advantages and Disadvantages of Existing System</vt:lpstr>
      <vt:lpstr>Proposed System</vt:lpstr>
      <vt:lpstr>Advantages and Disadvantages of Proposed System</vt:lpstr>
      <vt:lpstr>SYSTEM REQUIREMENTS</vt:lpstr>
      <vt:lpstr>System Architecture</vt:lpstr>
      <vt:lpstr>List of modules</vt:lpstr>
      <vt:lpstr>User Authentication Module </vt:lpstr>
      <vt:lpstr>Chatbot Module</vt:lpstr>
      <vt:lpstr>Event Selection and Customization Module</vt:lpstr>
      <vt:lpstr>Data Encryption Module</vt:lpstr>
      <vt:lpstr>Admin Dashboard Module</vt:lpstr>
      <vt:lpstr>Email Notification Module</vt:lpstr>
      <vt:lpstr>Software Testing: Event Assistant Chatbot Website</vt:lpstr>
      <vt:lpstr>Software Testing: Event Assistant Chatbot Website (Output)</vt:lpstr>
      <vt:lpstr>Visualization of Results</vt:lpstr>
      <vt:lpstr>Visualization of Results</vt:lpstr>
      <vt:lpstr>Visualization of Results</vt:lpstr>
      <vt:lpstr>Visualization of Results</vt:lpstr>
      <vt:lpstr>Visualization of Results</vt:lpstr>
      <vt:lpstr>Sequence Diagram</vt:lpstr>
      <vt:lpstr>User Authentication Module (DFD Level 1)</vt:lpstr>
      <vt:lpstr>Chatbot Module (DFD Level 1)</vt:lpstr>
      <vt:lpstr>Event Selection and Customization Module (DFD Level 1)</vt:lpstr>
      <vt:lpstr>Data Encryption Module (DFD Level 1)</vt:lpstr>
      <vt:lpstr>Admin Dashboard Module (DFD Level 1)</vt:lpstr>
      <vt:lpstr>Email Notification Module (DFD Level 1)</vt:lpstr>
      <vt:lpstr>Result and Discussion</vt:lpstr>
      <vt:lpstr>Conclusions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DURAI MURUGAN N</dc:creator>
  <cp:lastModifiedBy>B Santhosh</cp:lastModifiedBy>
  <cp:revision>44</cp:revision>
  <dcterms:created xsi:type="dcterms:W3CDTF">2024-09-27T02:55:00Z</dcterms:created>
  <dcterms:modified xsi:type="dcterms:W3CDTF">2024-11-07T06:22:17Z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7AE2C1C0F993483992D1A2EC2CFFE1BA_13</vt:lpwstr>
  </property>
  <property fmtid="{D5CDD505-2E9C-101B-9397-08002B2CF9AE}" pid="3" name="KSOProductBuildVer">
    <vt:lpwstr>1033-12.2.0.18586</vt:lpwstr>
  </property>
</Properties>
</file>